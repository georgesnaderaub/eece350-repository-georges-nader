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6"/>
  </p:notesMasterIdLst>
  <p:sldIdLst>
    <p:sldId id="256" r:id="rId2"/>
    <p:sldId id="261" r:id="rId3"/>
    <p:sldId id="296" r:id="rId4"/>
    <p:sldId id="297" r:id="rId5"/>
    <p:sldId id="266" r:id="rId6"/>
    <p:sldId id="264" r:id="rId7"/>
    <p:sldId id="298" r:id="rId8"/>
    <p:sldId id="258" r:id="rId9"/>
    <p:sldId id="259" r:id="rId10"/>
    <p:sldId id="299" r:id="rId11"/>
    <p:sldId id="300" r:id="rId12"/>
    <p:sldId id="301" r:id="rId13"/>
    <p:sldId id="302" r:id="rId14"/>
    <p:sldId id="303" r:id="rId15"/>
    <p:sldId id="304" r:id="rId16"/>
    <p:sldId id="305" r:id="rId17"/>
    <p:sldId id="306" r:id="rId18"/>
    <p:sldId id="307" r:id="rId19"/>
    <p:sldId id="308" r:id="rId20"/>
    <p:sldId id="309" r:id="rId21"/>
    <p:sldId id="311" r:id="rId22"/>
    <p:sldId id="310" r:id="rId23"/>
    <p:sldId id="260" r:id="rId24"/>
    <p:sldId id="262" r:id="rId25"/>
  </p:sldIdLst>
  <p:sldSz cx="9144000" cy="5143500" type="screen16x9"/>
  <p:notesSz cx="6858000" cy="9144000"/>
  <p:embeddedFontLst>
    <p:embeddedFont>
      <p:font typeface="Anaheim" panose="020B0604020202020204" charset="0"/>
      <p:regular r:id="rId27"/>
      <p:bold r:id="rId28"/>
    </p:embeddedFont>
    <p:embeddedFont>
      <p:font typeface="Lato" panose="020B0604020202020204" charset="0"/>
      <p:regular r:id="rId29"/>
      <p:bold r:id="rId30"/>
      <p:italic r:id="rId31"/>
      <p:boldItalic r:id="rId32"/>
    </p:embeddedFont>
    <p:embeddedFont>
      <p:font typeface="Mulish" panose="020B0604020202020204" charset="0"/>
      <p:regular r:id="rId33"/>
      <p:bold r:id="rId34"/>
      <p:italic r:id="rId35"/>
      <p:boldItalic r:id="rId36"/>
    </p:embeddedFont>
    <p:embeddedFont>
      <p:font typeface="Gill Sans MT" panose="020B0502020104020203" pitchFamily="34" charset="0"/>
      <p:regular r:id="rId37"/>
      <p:bold r:id="rId38"/>
      <p:italic r:id="rId39"/>
      <p:boldItalic r:id="rId40"/>
    </p:embeddedFont>
    <p:embeddedFont>
      <p:font typeface="DM Sans" panose="020B0604020202020204" charset="0"/>
      <p:regular r:id="rId41"/>
      <p:bold r:id="rId42"/>
      <p:italic r:id="rId43"/>
      <p:boldItalic r:id="rId44"/>
    </p:embeddedFont>
    <p:embeddedFont>
      <p:font typeface="Albert Sans" panose="020B060402020202020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86541B-4BF8-4421-961A-70F7B5BE2B42}">
  <a:tblStyle styleId="{8F86541B-4BF8-4421-961A-70F7B5BE2B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92F42F4-6845-4407-A30A-E27DBDC489A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813" autoAdjust="0"/>
  </p:normalViewPr>
  <p:slideViewPr>
    <p:cSldViewPr snapToGrid="0">
      <p:cViewPr varScale="1">
        <p:scale>
          <a:sx n="85" d="100"/>
          <a:sy n="85" d="100"/>
        </p:scale>
        <p:origin x="13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3" name="Google Shape;14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A </a:t>
            </a:r>
            <a:r>
              <a:rPr lang="en-US" b="1" dirty="0" smtClean="0"/>
              <a:t>database</a:t>
            </a:r>
            <a:r>
              <a:rPr lang="en-US" dirty="0" smtClean="0"/>
              <a:t> is a structured way of storing, accessing, and manipulating data.</a:t>
            </a:r>
            <a:br>
              <a:rPr lang="en-US" dirty="0" smtClean="0"/>
            </a:b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smtClean="0"/>
              <a:t>Visually, you can think of it as </a:t>
            </a:r>
            <a:r>
              <a:rPr lang="en-US" b="1" dirty="0" smtClean="0"/>
              <a:t>tables with columns and rows</a:t>
            </a:r>
            <a:r>
              <a:rPr lang="en-US" dirty="0" smtClean="0"/>
              <a:t>.</a:t>
            </a:r>
            <a:br>
              <a:rPr lang="en-US" dirty="0" smtClean="0"/>
            </a:br>
            <a:endParaRPr lang="en-US" dirty="0"/>
          </a:p>
        </p:txBody>
      </p:sp>
    </p:spTree>
    <p:extLst>
      <p:ext uri="{BB962C8B-B14F-4D97-AF65-F5344CB8AC3E}">
        <p14:creationId xmlns:p14="http://schemas.microsoft.com/office/powerpoint/2010/main" val="4209960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063474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3" name="Google Shape;1683;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smtClean="0"/>
              <a:t>Excel is not a database</a:t>
            </a:r>
            <a:r>
              <a:rPr lang="en-US" dirty="0" smtClean="0"/>
              <a:t> – it is a </a:t>
            </a:r>
            <a:r>
              <a:rPr lang="en-US" b="1" dirty="0" smtClean="0"/>
              <a:t>spreadsheet</a:t>
            </a:r>
            <a:r>
              <a:rPr lang="en-US" dirty="0" smtClean="0"/>
              <a:t>. Databases are much more powerful because they allow us to use </a:t>
            </a:r>
            <a:r>
              <a:rPr lang="en-US" b="1" dirty="0" smtClean="0"/>
              <a:t>SQL (Structured Query Language)</a:t>
            </a:r>
            <a:r>
              <a:rPr lang="en-US" dirty="0" smtClean="0"/>
              <a:t> to ask questions about our data. These questions are called </a:t>
            </a:r>
            <a:r>
              <a:rPr lang="en-US" b="1" dirty="0" smtClean="0"/>
              <a:t>queries</a:t>
            </a:r>
            <a:r>
              <a:rPr lang="en-US" dirty="0" smtClean="0"/>
              <a:t>.</a:t>
            </a:r>
          </a:p>
          <a:p>
            <a:pPr marL="0" lvl="0" indent="0" algn="l" rtl="0">
              <a:spcBef>
                <a:spcPts val="0"/>
              </a:spcBef>
              <a:spcAft>
                <a:spcPts val="0"/>
              </a:spcAft>
              <a:buNone/>
            </a:pPr>
            <a:endParaRPr lang="en-US" dirty="0" smtClean="0"/>
          </a:p>
          <a:p>
            <a:pPr marL="158750" indent="0">
              <a:buNone/>
            </a:pPr>
            <a:r>
              <a:rPr lang="en-US" i="1" dirty="0" smtClean="0"/>
              <a:t>Example question a database can answer:</a:t>
            </a:r>
            <a:endParaRPr lang="en-US" i="0" dirty="0" smtClean="0"/>
          </a:p>
          <a:p>
            <a:pPr marL="158750" indent="0">
              <a:buNone/>
            </a:pPr>
            <a:r>
              <a:rPr lang="en-US" dirty="0" smtClean="0"/>
              <a:t>“Give me the names of all students with GPA above 3.0.”</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There are many database systems out there:</a:t>
            </a:r>
          </a:p>
          <a:p>
            <a:r>
              <a:rPr lang="en-US" b="1" dirty="0" smtClean="0"/>
              <a:t>MS Access</a:t>
            </a:r>
            <a:r>
              <a:rPr lang="en-US" dirty="0" smtClean="0"/>
              <a:t> (the red A icon),</a:t>
            </a:r>
          </a:p>
          <a:p>
            <a:r>
              <a:rPr lang="en-US" b="1" dirty="0" smtClean="0"/>
              <a:t>MySQL</a:t>
            </a:r>
            <a:r>
              <a:rPr lang="en-US" dirty="0" smtClean="0"/>
              <a:t>,</a:t>
            </a:r>
          </a:p>
          <a:p>
            <a:r>
              <a:rPr lang="en-US" b="1" dirty="0" smtClean="0"/>
              <a:t>Oracle Database</a:t>
            </a:r>
            <a:r>
              <a:rPr lang="en-US" dirty="0" smtClean="0"/>
              <a:t>.</a:t>
            </a:r>
            <a:br>
              <a:rPr lang="en-US" dirty="0" smtClean="0"/>
            </a:br>
            <a:endParaRPr lang="en-US" dirty="0" smtClean="0"/>
          </a:p>
          <a:p>
            <a:r>
              <a:rPr lang="en-US" dirty="0" smtClean="0"/>
              <a:t>For today, we will focus on </a:t>
            </a:r>
            <a:r>
              <a:rPr lang="en-US" b="1" dirty="0" smtClean="0"/>
              <a:t>SQLite</a:t>
            </a:r>
            <a:r>
              <a:rPr lang="en-US" dirty="0" smtClean="0"/>
              <a:t> because it is:</a:t>
            </a:r>
          </a:p>
          <a:p>
            <a:pPr marL="171450" indent="-171450">
              <a:buFont typeface="Arial" panose="020B0604020202020204" pitchFamily="34" charset="0"/>
              <a:buChar char="•"/>
            </a:pPr>
            <a:r>
              <a:rPr lang="en-US" dirty="0" smtClean="0"/>
              <a:t>Free,</a:t>
            </a:r>
          </a:p>
          <a:p>
            <a:pPr marL="171450" indent="-171450">
              <a:buFont typeface="Arial" panose="020B0604020202020204" pitchFamily="34" charset="0"/>
              <a:buChar char="•"/>
            </a:pPr>
            <a:r>
              <a:rPr lang="en-US" dirty="0" smtClean="0"/>
              <a:t>Lightweight,</a:t>
            </a:r>
          </a:p>
          <a:p>
            <a:pPr marL="171450" indent="-171450">
              <a:buFont typeface="Arial" panose="020B0604020202020204" pitchFamily="34" charset="0"/>
              <a:buChar char="•"/>
            </a:pPr>
            <a:r>
              <a:rPr lang="en-US" dirty="0" smtClean="0"/>
              <a:t>And can be used into Python.</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There are many database systems out there:</a:t>
            </a:r>
          </a:p>
          <a:p>
            <a:r>
              <a:rPr lang="en-US" b="1" dirty="0" smtClean="0"/>
              <a:t>MS Access</a:t>
            </a:r>
            <a:r>
              <a:rPr lang="en-US" dirty="0" smtClean="0"/>
              <a:t> (the red A icon),</a:t>
            </a:r>
          </a:p>
          <a:p>
            <a:r>
              <a:rPr lang="en-US" b="1" dirty="0" smtClean="0"/>
              <a:t>MySQL</a:t>
            </a:r>
            <a:r>
              <a:rPr lang="en-US" dirty="0" smtClean="0"/>
              <a:t>,</a:t>
            </a:r>
          </a:p>
          <a:p>
            <a:r>
              <a:rPr lang="en-US" b="1" dirty="0" smtClean="0"/>
              <a:t>Oracle Database</a:t>
            </a:r>
            <a:r>
              <a:rPr lang="en-US" dirty="0" smtClean="0"/>
              <a:t>.</a:t>
            </a:r>
            <a:br>
              <a:rPr lang="en-US" dirty="0" smtClean="0"/>
            </a:br>
            <a:endParaRPr lang="en-US" dirty="0" smtClean="0"/>
          </a:p>
          <a:p>
            <a:r>
              <a:rPr lang="en-US" dirty="0" smtClean="0"/>
              <a:t>For today, we will focus on </a:t>
            </a:r>
            <a:r>
              <a:rPr lang="en-US" b="1" dirty="0" smtClean="0"/>
              <a:t>SQLite</a:t>
            </a:r>
            <a:r>
              <a:rPr lang="en-US" dirty="0" smtClean="0"/>
              <a:t> because it is:</a:t>
            </a:r>
          </a:p>
          <a:p>
            <a:pPr marL="171450" indent="-171450">
              <a:buFont typeface="Arial" panose="020B0604020202020204" pitchFamily="34" charset="0"/>
              <a:buChar char="•"/>
            </a:pPr>
            <a:r>
              <a:rPr lang="en-US" dirty="0" smtClean="0"/>
              <a:t>Free,</a:t>
            </a:r>
          </a:p>
          <a:p>
            <a:pPr marL="171450" indent="-171450">
              <a:buFont typeface="Arial" panose="020B0604020202020204" pitchFamily="34" charset="0"/>
              <a:buChar char="•"/>
            </a:pPr>
            <a:r>
              <a:rPr lang="en-US" dirty="0" smtClean="0"/>
              <a:t>Lightweight,</a:t>
            </a:r>
          </a:p>
          <a:p>
            <a:pPr marL="171450" indent="-171450">
              <a:buFont typeface="Arial" panose="020B0604020202020204" pitchFamily="34" charset="0"/>
              <a:buChar char="•"/>
            </a:pPr>
            <a:r>
              <a:rPr lang="en-US" dirty="0" smtClean="0"/>
              <a:t>And can be used into Python.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43388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smtClean="0"/>
              <a:t>SQLite is a </a:t>
            </a:r>
            <a:r>
              <a:rPr lang="en-US" sz="1200" b="1" dirty="0" smtClean="0"/>
              <a:t>simple and light database system</a:t>
            </a:r>
            <a:r>
              <a:rPr lang="en-US" sz="1200" dirty="0" smtClean="0"/>
              <a:t>.</a:t>
            </a:r>
            <a:br>
              <a:rPr lang="en-US" sz="1200" dirty="0" smtClean="0"/>
            </a:br>
            <a:r>
              <a:rPr lang="en-US" sz="1200" dirty="0" smtClean="0"/>
              <a:t>To use it with Python, we need the </a:t>
            </a:r>
            <a:r>
              <a:rPr lang="en-US" sz="1200" b="1" dirty="0" smtClean="0"/>
              <a:t>sqlite3 library</a:t>
            </a:r>
            <a:r>
              <a:rPr lang="en-US" sz="1200" dirty="0" smtClean="0"/>
              <a:t>.</a:t>
            </a:r>
            <a:br>
              <a:rPr lang="en-US" sz="1200" dirty="0" smtClean="0"/>
            </a:br>
            <a:endParaRPr lang="en-US" sz="1200" dirty="0" smtClean="0"/>
          </a:p>
          <a:p>
            <a:r>
              <a:rPr lang="en-US" sz="1200" dirty="0" smtClean="0"/>
              <a:t>We follow 4 steps to work with a database:</a:t>
            </a:r>
          </a:p>
          <a:p>
            <a:pPr marL="228600" indent="-228600">
              <a:buFont typeface="+mj-lt"/>
              <a:buAutoNum type="arabicPeriod"/>
            </a:pPr>
            <a:r>
              <a:rPr lang="en-US" sz="1200" b="1" dirty="0" smtClean="0"/>
              <a:t>Connect</a:t>
            </a:r>
            <a:r>
              <a:rPr lang="en-US" sz="1200" dirty="0" smtClean="0"/>
              <a:t> to the database → creates or opens a file, using </a:t>
            </a:r>
            <a:r>
              <a:rPr lang="en-US" sz="1200" b="0" i="0" u="none" strike="noStrike" kern="1200" cap="none" dirty="0" smtClean="0">
                <a:solidFill>
                  <a:schemeClr val="tx1"/>
                </a:solidFill>
                <a:latin typeface="Arial"/>
                <a:ea typeface="Arial"/>
                <a:cs typeface="Arial"/>
                <a:sym typeface="Arial"/>
              </a:rPr>
              <a:t>sqlite3.connect("</a:t>
            </a:r>
            <a:r>
              <a:rPr lang="en-US" sz="1200" b="0" i="0" u="none" strike="noStrike" kern="1200" cap="none" dirty="0" err="1" smtClean="0">
                <a:solidFill>
                  <a:schemeClr val="tx1"/>
                </a:solidFill>
                <a:latin typeface="Arial"/>
                <a:ea typeface="Arial"/>
                <a:cs typeface="Arial"/>
                <a:sym typeface="Arial"/>
              </a:rPr>
              <a:t>filename.db</a:t>
            </a:r>
            <a:r>
              <a:rPr lang="en-US" sz="1200" b="0" i="0" u="none" strike="noStrike" kern="1200" cap="none" dirty="0" smtClean="0">
                <a:solidFill>
                  <a:schemeClr val="tx1"/>
                </a:solidFill>
                <a:latin typeface="Arial"/>
                <a:ea typeface="Arial"/>
                <a:cs typeface="Arial"/>
                <a:sym typeface="Arial"/>
              </a:rPr>
              <a:t>")</a:t>
            </a:r>
            <a:r>
              <a:rPr lang="en-US" sz="1200" dirty="0" smtClean="0"/>
              <a:t>.</a:t>
            </a:r>
          </a:p>
          <a:p>
            <a:pPr marL="228600" indent="-228600">
              <a:buFont typeface="+mj-lt"/>
              <a:buAutoNum type="arabicPeriod"/>
            </a:pPr>
            <a:r>
              <a:rPr lang="en-US" sz="1200" b="1" dirty="0" smtClean="0"/>
              <a:t>Create a cursor</a:t>
            </a:r>
            <a:r>
              <a:rPr lang="en-US" sz="1200" dirty="0" smtClean="0"/>
              <a:t> → this allows us to navigate the database and execute SQL queries.</a:t>
            </a:r>
          </a:p>
          <a:p>
            <a:pPr marL="228600" indent="-228600">
              <a:buFont typeface="+mj-lt"/>
              <a:buAutoNum type="arabicPeriod"/>
            </a:pPr>
            <a:r>
              <a:rPr lang="en-US" sz="1200" b="1" dirty="0" smtClean="0"/>
              <a:t>Work with the database</a:t>
            </a:r>
            <a:r>
              <a:rPr lang="en-US" sz="1200" dirty="0" smtClean="0"/>
              <a:t> → execute queries, fetch results.</a:t>
            </a:r>
          </a:p>
          <a:p>
            <a:pPr marL="228600" indent="-228600">
              <a:buFont typeface="+mj-lt"/>
              <a:buAutoNum type="arabicPeriod"/>
            </a:pPr>
            <a:r>
              <a:rPr lang="en-US" sz="1200" b="1" dirty="0" smtClean="0"/>
              <a:t>Close the connection</a:t>
            </a:r>
            <a:r>
              <a:rPr lang="en-US" sz="1200" dirty="0" smtClean="0"/>
              <a:t> to free resources when done.</a:t>
            </a:r>
          </a:p>
          <a:p>
            <a:pPr marL="0" indent="0">
              <a:buFont typeface="+mj-lt"/>
              <a:buNone/>
            </a:pPr>
            <a:endParaRPr lang="en-US" sz="1200" dirty="0" smtClean="0"/>
          </a:p>
          <a:p>
            <a:pPr marL="0" indent="0">
              <a:buFont typeface="+mj-lt"/>
              <a:buNone/>
            </a:pPr>
            <a:r>
              <a:rPr lang="en-US" sz="1200" dirty="0" smtClean="0"/>
              <a:t>This is the basic workflow we will use all session.</a:t>
            </a:r>
          </a:p>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If the database file name does not exist, </a:t>
            </a:r>
            <a:r>
              <a:rPr lang="en-US" sz="1100" b="0" i="0" u="none" strike="noStrike" kern="1200" cap="none" dirty="0" smtClean="0">
                <a:solidFill>
                  <a:schemeClr val="tx1"/>
                </a:solidFill>
                <a:latin typeface="Arial"/>
                <a:ea typeface="Arial"/>
                <a:cs typeface="Arial"/>
                <a:sym typeface="Arial"/>
              </a:rPr>
              <a:t>.connect()</a:t>
            </a:r>
            <a:r>
              <a:rPr lang="en-US" dirty="0" smtClean="0"/>
              <a:t> will automatically create it.</a:t>
            </a:r>
            <a:br>
              <a:rPr lang="en-US" dirty="0" smtClean="0"/>
            </a:br>
            <a:r>
              <a:rPr lang="en-US" dirty="0" smtClean="0"/>
              <a:t/>
            </a:r>
            <a:br>
              <a:rPr lang="en-US" dirty="0" smtClean="0"/>
            </a:br>
            <a:r>
              <a:rPr lang="en-US" dirty="0" smtClean="0"/>
              <a:t>To perform any operation, use:</a:t>
            </a:r>
          </a:p>
          <a:p>
            <a:pPr rtl="0"/>
            <a:r>
              <a:rPr lang="en-US" sz="1100" b="0" i="0" u="none" strike="noStrike" kern="1200" cap="none" dirty="0" err="1" smtClean="0">
                <a:solidFill>
                  <a:schemeClr val="tx1"/>
                </a:solidFill>
                <a:latin typeface="Arial"/>
                <a:ea typeface="Arial"/>
                <a:cs typeface="Arial"/>
                <a:sym typeface="Arial"/>
              </a:rPr>
              <a:t>cursor.execute</a:t>
            </a:r>
            <a:r>
              <a:rPr lang="en-US" sz="1100" b="0" i="0" u="none" strike="noStrike" kern="1200" cap="none" dirty="0" smtClean="0">
                <a:solidFill>
                  <a:schemeClr val="tx1"/>
                </a:solidFill>
                <a:latin typeface="Arial"/>
                <a:ea typeface="Arial"/>
                <a:cs typeface="Arial"/>
                <a:sym typeface="Arial"/>
              </a:rPr>
              <a:t>("SQL_QUERY_HERE")</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9870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smtClean="0"/>
              <a:t>A table is defined by:</a:t>
            </a:r>
          </a:p>
          <a:p>
            <a:pPr marL="171450" indent="-171450">
              <a:buFont typeface="Arial" panose="020B0604020202020204" pitchFamily="34" charset="0"/>
              <a:buChar char="•"/>
            </a:pPr>
            <a:r>
              <a:rPr lang="en-US" dirty="0" smtClean="0"/>
              <a:t>A </a:t>
            </a:r>
            <a:r>
              <a:rPr lang="en-US" b="1" dirty="0" smtClean="0"/>
              <a:t>name</a:t>
            </a:r>
            <a:r>
              <a:rPr lang="en-US" dirty="0" smtClean="0"/>
              <a:t>,</a:t>
            </a:r>
          </a:p>
          <a:p>
            <a:pPr marL="171450" indent="-171450">
              <a:buFont typeface="Arial" panose="020B0604020202020204" pitchFamily="34" charset="0"/>
              <a:buChar char="•"/>
            </a:pPr>
            <a:r>
              <a:rPr lang="en-US" dirty="0" smtClean="0"/>
              <a:t>A set of </a:t>
            </a:r>
            <a:r>
              <a:rPr lang="en-US" b="1" dirty="0" smtClean="0"/>
              <a:t>columns</a:t>
            </a:r>
            <a:r>
              <a:rPr lang="en-US" dirty="0" smtClean="0"/>
              <a:t>, each with a name and a data type.</a:t>
            </a:r>
          </a:p>
          <a:p>
            <a:pPr marL="0" indent="0">
              <a:buFont typeface="Arial" panose="020B0604020202020204" pitchFamily="34" charset="0"/>
              <a:buNone/>
            </a:pPr>
            <a:endParaRPr lang="en-US" dirty="0" smtClean="0"/>
          </a:p>
          <a:p>
            <a:pPr marL="158750" indent="0">
              <a:buNone/>
            </a:pPr>
            <a:r>
              <a:rPr lang="en-US" dirty="0" smtClean="0"/>
              <a:t>Example: A </a:t>
            </a:r>
            <a:r>
              <a:rPr lang="en-US" sz="1100" b="0" i="0" u="none" strike="noStrike" kern="1200" cap="none" dirty="0" smtClean="0">
                <a:solidFill>
                  <a:schemeClr val="tx1"/>
                </a:solidFill>
                <a:latin typeface="Arial"/>
                <a:ea typeface="Arial"/>
                <a:cs typeface="Arial"/>
                <a:sym typeface="Arial"/>
              </a:rPr>
              <a:t>students</a:t>
            </a:r>
            <a:r>
              <a:rPr lang="en-US" dirty="0" smtClean="0"/>
              <a:t> table with 4 attributes.</a:t>
            </a:r>
          </a:p>
          <a:p>
            <a:pPr marL="158750" indent="0" rtl="0">
              <a:buNone/>
            </a:pPr>
            <a:r>
              <a:rPr lang="en-US" sz="1100" b="0" i="1" u="none" strike="noStrike" kern="1200" cap="none" dirty="0" err="1" smtClean="0">
                <a:solidFill>
                  <a:schemeClr val="tx1"/>
                </a:solidFill>
                <a:latin typeface="Arial"/>
                <a:ea typeface="Arial"/>
                <a:cs typeface="Arial"/>
                <a:sym typeface="Arial"/>
              </a:rPr>
              <a:t>cursor.execute</a:t>
            </a:r>
            <a:r>
              <a:rPr lang="en-US" sz="1100" b="0" i="1" u="none" strike="noStrike" kern="1200" cap="none" dirty="0" smtClean="0">
                <a:solidFill>
                  <a:schemeClr val="tx1"/>
                </a:solidFill>
                <a:latin typeface="Arial"/>
                <a:ea typeface="Arial"/>
                <a:cs typeface="Arial"/>
                <a:sym typeface="Arial"/>
              </a:rPr>
              <a:t>("""</a:t>
            </a:r>
          </a:p>
          <a:p>
            <a:pPr marL="158750" indent="0" rtl="0">
              <a:buNone/>
            </a:pPr>
            <a:r>
              <a:rPr lang="en-US" sz="1100" b="0" i="1" u="none" strike="noStrike" kern="1200" cap="none" dirty="0" smtClean="0">
                <a:solidFill>
                  <a:schemeClr val="tx1"/>
                </a:solidFill>
                <a:latin typeface="Arial"/>
                <a:ea typeface="Arial"/>
                <a:cs typeface="Arial"/>
                <a:sym typeface="Arial"/>
              </a:rPr>
              <a:t>CREATE TABLE students(</a:t>
            </a:r>
          </a:p>
          <a:p>
            <a:pPr marL="158750" indent="0" rtl="0">
              <a:buNone/>
            </a:pPr>
            <a:r>
              <a:rPr lang="en-US" sz="1100" b="0" i="1" u="none" strike="noStrike" kern="1200" cap="none" dirty="0" smtClean="0">
                <a:solidFill>
                  <a:schemeClr val="tx1"/>
                </a:solidFill>
                <a:latin typeface="Arial"/>
                <a:ea typeface="Arial"/>
                <a:cs typeface="Arial"/>
                <a:sym typeface="Arial"/>
              </a:rPr>
              <a:t>    </a:t>
            </a:r>
            <a:r>
              <a:rPr lang="en-US" sz="1100" b="0" i="1" u="none" strike="noStrike" kern="1200" cap="none" dirty="0" err="1" smtClean="0">
                <a:solidFill>
                  <a:schemeClr val="tx1"/>
                </a:solidFill>
                <a:latin typeface="Arial"/>
                <a:ea typeface="Arial"/>
                <a:cs typeface="Arial"/>
                <a:sym typeface="Arial"/>
              </a:rPr>
              <a:t>studentID</a:t>
            </a:r>
            <a:r>
              <a:rPr lang="en-US" sz="1100" b="0" i="1" u="none" strike="noStrike" kern="1200" cap="none" dirty="0" smtClean="0">
                <a:solidFill>
                  <a:schemeClr val="tx1"/>
                </a:solidFill>
                <a:latin typeface="Arial"/>
                <a:ea typeface="Arial"/>
                <a:cs typeface="Arial"/>
                <a:sym typeface="Arial"/>
              </a:rPr>
              <a:t> </a:t>
            </a:r>
            <a:r>
              <a:rPr lang="en-US" sz="1100" b="0" i="1" u="none" strike="noStrike" kern="1200" cap="none" dirty="0" err="1" smtClean="0">
                <a:solidFill>
                  <a:schemeClr val="tx1"/>
                </a:solidFill>
                <a:latin typeface="Arial"/>
                <a:ea typeface="Arial"/>
                <a:cs typeface="Arial"/>
                <a:sym typeface="Arial"/>
              </a:rPr>
              <a:t>int</a:t>
            </a:r>
            <a:r>
              <a:rPr lang="en-US" sz="1100" b="0" i="1" u="none" strike="noStrike" kern="1200" cap="none" dirty="0" smtClean="0">
                <a:solidFill>
                  <a:schemeClr val="tx1"/>
                </a:solidFill>
                <a:latin typeface="Arial"/>
                <a:ea typeface="Arial"/>
                <a:cs typeface="Arial"/>
                <a:sym typeface="Arial"/>
              </a:rPr>
              <a:t>,</a:t>
            </a:r>
          </a:p>
          <a:p>
            <a:pPr marL="158750" indent="0" rtl="0">
              <a:buNone/>
            </a:pPr>
            <a:r>
              <a:rPr lang="en-US" sz="1100" b="0" i="1" u="none" strike="noStrike" kern="1200" cap="none" dirty="0" smtClean="0">
                <a:solidFill>
                  <a:schemeClr val="tx1"/>
                </a:solidFill>
                <a:latin typeface="Arial"/>
                <a:ea typeface="Arial"/>
                <a:cs typeface="Arial"/>
                <a:sym typeface="Arial"/>
              </a:rPr>
              <a:t>    </a:t>
            </a:r>
            <a:r>
              <a:rPr lang="en-US" sz="1100" b="0" i="1" u="none" strike="noStrike" kern="1200" cap="none" dirty="0" err="1" smtClean="0">
                <a:solidFill>
                  <a:schemeClr val="tx1"/>
                </a:solidFill>
                <a:latin typeface="Arial"/>
                <a:ea typeface="Arial"/>
                <a:cs typeface="Arial"/>
                <a:sym typeface="Arial"/>
              </a:rPr>
              <a:t>stdname</a:t>
            </a:r>
            <a:r>
              <a:rPr lang="en-US" sz="1100" b="0" i="1" u="none" strike="noStrike" kern="1200" cap="none" dirty="0" smtClean="0">
                <a:solidFill>
                  <a:schemeClr val="tx1"/>
                </a:solidFill>
                <a:latin typeface="Arial"/>
                <a:ea typeface="Arial"/>
                <a:cs typeface="Arial"/>
                <a:sym typeface="Arial"/>
              </a:rPr>
              <a:t> text,</a:t>
            </a:r>
          </a:p>
          <a:p>
            <a:pPr marL="158750" indent="0" rtl="0">
              <a:buNone/>
            </a:pPr>
            <a:r>
              <a:rPr lang="en-US" sz="1100" b="0" i="1" u="none" strike="noStrike" kern="1200" cap="none" dirty="0" smtClean="0">
                <a:solidFill>
                  <a:schemeClr val="tx1"/>
                </a:solidFill>
                <a:latin typeface="Arial"/>
                <a:ea typeface="Arial"/>
                <a:cs typeface="Arial"/>
                <a:sym typeface="Arial"/>
              </a:rPr>
              <a:t>    </a:t>
            </a:r>
            <a:r>
              <a:rPr lang="en-US" sz="1100" b="0" i="1" u="none" strike="noStrike" kern="1200" cap="none" dirty="0" err="1" smtClean="0">
                <a:solidFill>
                  <a:schemeClr val="tx1"/>
                </a:solidFill>
                <a:latin typeface="Arial"/>
                <a:ea typeface="Arial"/>
                <a:cs typeface="Arial"/>
                <a:sym typeface="Arial"/>
              </a:rPr>
              <a:t>stdage</a:t>
            </a:r>
            <a:r>
              <a:rPr lang="en-US" sz="1100" b="0" i="1" u="none" strike="noStrike" kern="1200" cap="none" dirty="0" smtClean="0">
                <a:solidFill>
                  <a:schemeClr val="tx1"/>
                </a:solidFill>
                <a:latin typeface="Arial"/>
                <a:ea typeface="Arial"/>
                <a:cs typeface="Arial"/>
                <a:sym typeface="Arial"/>
              </a:rPr>
              <a:t> </a:t>
            </a:r>
            <a:r>
              <a:rPr lang="en-US" sz="1100" b="0" i="1" u="none" strike="noStrike" kern="1200" cap="none" dirty="0" err="1" smtClean="0">
                <a:solidFill>
                  <a:schemeClr val="tx1"/>
                </a:solidFill>
                <a:latin typeface="Arial"/>
                <a:ea typeface="Arial"/>
                <a:cs typeface="Arial"/>
                <a:sym typeface="Arial"/>
              </a:rPr>
              <a:t>int</a:t>
            </a:r>
            <a:r>
              <a:rPr lang="en-US" sz="1100" b="0" i="1" u="none" strike="noStrike" kern="1200" cap="none" dirty="0" smtClean="0">
                <a:solidFill>
                  <a:schemeClr val="tx1"/>
                </a:solidFill>
                <a:latin typeface="Arial"/>
                <a:ea typeface="Arial"/>
                <a:cs typeface="Arial"/>
                <a:sym typeface="Arial"/>
              </a:rPr>
              <a:t>,</a:t>
            </a:r>
          </a:p>
          <a:p>
            <a:pPr marL="158750" indent="0" rtl="0">
              <a:buNone/>
            </a:pPr>
            <a:r>
              <a:rPr lang="en-US" sz="1100" b="0" i="1" u="none" strike="noStrike" kern="1200" cap="none" dirty="0" smtClean="0">
                <a:solidFill>
                  <a:schemeClr val="tx1"/>
                </a:solidFill>
                <a:latin typeface="Arial"/>
                <a:ea typeface="Arial"/>
                <a:cs typeface="Arial"/>
                <a:sym typeface="Arial"/>
              </a:rPr>
              <a:t>    </a:t>
            </a:r>
            <a:r>
              <a:rPr lang="en-US" sz="1100" b="0" i="1" u="none" strike="noStrike" kern="1200" cap="none" dirty="0" err="1" smtClean="0">
                <a:solidFill>
                  <a:schemeClr val="tx1"/>
                </a:solidFill>
                <a:latin typeface="Arial"/>
                <a:ea typeface="Arial"/>
                <a:cs typeface="Arial"/>
                <a:sym typeface="Arial"/>
              </a:rPr>
              <a:t>stdGPA</a:t>
            </a:r>
            <a:r>
              <a:rPr lang="en-US" sz="1100" b="0" i="1" u="none" strike="noStrike" kern="1200" cap="none" dirty="0" smtClean="0">
                <a:solidFill>
                  <a:schemeClr val="tx1"/>
                </a:solidFill>
                <a:latin typeface="Arial"/>
                <a:ea typeface="Arial"/>
                <a:cs typeface="Arial"/>
                <a:sym typeface="Arial"/>
              </a:rPr>
              <a:t> real</a:t>
            </a:r>
          </a:p>
          <a:p>
            <a:pPr marL="158750" indent="0" rtl="0">
              <a:buNone/>
            </a:pPr>
            <a:r>
              <a:rPr lang="en-US" sz="1100" b="0" i="1" u="none" strike="noStrike" kern="1200" cap="none" dirty="0" smtClean="0">
                <a:solidFill>
                  <a:schemeClr val="tx1"/>
                </a:solidFill>
                <a:latin typeface="Arial"/>
                <a:ea typeface="Arial"/>
                <a:cs typeface="Arial"/>
                <a:sym typeface="Arial"/>
              </a:rPr>
              <a:t>)</a:t>
            </a:r>
          </a:p>
          <a:p>
            <a:pPr marL="158750" indent="0" rtl="0">
              <a:buNone/>
            </a:pPr>
            <a:r>
              <a:rPr lang="en-US" sz="1100" b="0" i="1" u="none" strike="noStrike" kern="1200" cap="none" dirty="0" smtClean="0">
                <a:solidFill>
                  <a:schemeClr val="tx1"/>
                </a:solidFill>
                <a:latin typeface="Arial"/>
                <a:ea typeface="Arial"/>
                <a:cs typeface="Arial"/>
                <a:sym typeface="Arial"/>
              </a:rPr>
              <a:t>""")</a:t>
            </a:r>
          </a:p>
          <a:p>
            <a:pPr marL="158750" indent="0" rtl="0">
              <a:buNone/>
            </a:pPr>
            <a:r>
              <a:rPr lang="en-US" dirty="0" smtClean="0"/>
              <a:t> </a:t>
            </a:r>
            <a:r>
              <a:rPr lang="en-US" b="1" dirty="0" smtClean="0"/>
              <a:t>Explanation:</a:t>
            </a:r>
            <a:endParaRPr lang="en-US" dirty="0" smtClean="0"/>
          </a:p>
          <a:p>
            <a:pPr marL="171450" indent="-171450">
              <a:buFont typeface="Arial" panose="020B0604020202020204" pitchFamily="34" charset="0"/>
              <a:buChar char="•"/>
            </a:pPr>
            <a:r>
              <a:rPr lang="en-US" sz="1100" b="0" i="0" u="none" strike="noStrike" kern="1200" cap="none" dirty="0" err="1" smtClean="0">
                <a:solidFill>
                  <a:schemeClr val="tx1"/>
                </a:solidFill>
                <a:latin typeface="Arial"/>
                <a:ea typeface="Arial"/>
                <a:cs typeface="Arial"/>
                <a:sym typeface="Arial"/>
              </a:rPr>
              <a:t>int</a:t>
            </a:r>
            <a:r>
              <a:rPr lang="en-US" dirty="0" smtClean="0"/>
              <a:t> → whole numbers,</a:t>
            </a:r>
          </a:p>
          <a:p>
            <a:pPr marL="171450" indent="-171450">
              <a:buFont typeface="Arial" panose="020B0604020202020204" pitchFamily="34" charset="0"/>
              <a:buChar char="•"/>
            </a:pPr>
            <a:r>
              <a:rPr lang="en-US" sz="1100" b="0" i="0" u="none" strike="noStrike" kern="1200" cap="none" dirty="0" smtClean="0">
                <a:solidFill>
                  <a:schemeClr val="tx1"/>
                </a:solidFill>
                <a:latin typeface="Arial"/>
                <a:ea typeface="Arial"/>
                <a:cs typeface="Arial"/>
                <a:sym typeface="Arial"/>
              </a:rPr>
              <a:t>text</a:t>
            </a:r>
            <a:r>
              <a:rPr lang="en-US" dirty="0" smtClean="0"/>
              <a:t> → strings,</a:t>
            </a:r>
          </a:p>
          <a:p>
            <a:pPr marL="171450" indent="-171450">
              <a:buFont typeface="Arial" panose="020B0604020202020204" pitchFamily="34" charset="0"/>
              <a:buChar char="•"/>
            </a:pPr>
            <a:r>
              <a:rPr lang="en-US" sz="1100" b="0" i="0" u="none" strike="noStrike" kern="1200" cap="none" dirty="0" smtClean="0">
                <a:solidFill>
                  <a:schemeClr val="tx1"/>
                </a:solidFill>
                <a:latin typeface="Arial"/>
                <a:ea typeface="Arial"/>
                <a:cs typeface="Arial"/>
                <a:sym typeface="Arial"/>
              </a:rPr>
              <a:t>real</a:t>
            </a:r>
            <a:r>
              <a:rPr lang="en-US" dirty="0" smtClean="0"/>
              <a:t> → decimals.</a:t>
            </a:r>
          </a:p>
          <a:p>
            <a:pPr marL="171450" indent="-171450">
              <a:buFont typeface="Arial" panose="020B0604020202020204" pitchFamily="34" charset="0"/>
              <a:buChar char="•"/>
            </a:pPr>
            <a:endParaRPr lang="en-US" dirty="0" smtClean="0"/>
          </a:p>
          <a:p>
            <a:endParaRPr lang="en-US" dirty="0" smtClean="0"/>
          </a:p>
          <a:p>
            <a:pPr marL="158750" indent="0" rtl="0">
              <a:buNone/>
            </a:pPr>
            <a:endParaRPr lang="en-US" sz="1100" b="0" i="0" u="none" strike="noStrike" kern="1200" cap="none" dirty="0" smtClean="0">
              <a:solidFill>
                <a:schemeClr val="tx1"/>
              </a:solidFill>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725303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smtClean="0"/>
              <a:t>To add data into the table, use </a:t>
            </a:r>
            <a:r>
              <a:rPr lang="en-US" sz="1100" b="0" i="0" u="none" strike="noStrike" kern="1200" cap="none" dirty="0" smtClean="0">
                <a:solidFill>
                  <a:schemeClr val="tx1"/>
                </a:solidFill>
                <a:latin typeface="Arial"/>
                <a:ea typeface="Arial"/>
                <a:cs typeface="Arial"/>
                <a:sym typeface="Arial"/>
              </a:rPr>
              <a:t>INSERT INTO</a:t>
            </a:r>
            <a:r>
              <a:rPr lang="en-US" dirty="0" smtClean="0"/>
              <a:t>.</a:t>
            </a:r>
          </a:p>
          <a:p>
            <a:pPr marL="158750" indent="0">
              <a:buNone/>
            </a:pPr>
            <a:r>
              <a:rPr lang="en-US" dirty="0" smtClean="0"/>
              <a:t>Example with fixed values:</a:t>
            </a:r>
          </a:p>
          <a:p>
            <a:pPr marL="158750" indent="0">
              <a:buNone/>
            </a:pPr>
            <a:r>
              <a:rPr lang="en-US" i="1" dirty="0" err="1" smtClean="0"/>
              <a:t>cursor.execute</a:t>
            </a:r>
            <a:r>
              <a:rPr lang="en-US" i="1" dirty="0" smtClean="0"/>
              <a:t>("INSERT INTO students VALUES(195487, '</a:t>
            </a:r>
            <a:r>
              <a:rPr lang="en-US" i="1" dirty="0" err="1" smtClean="0"/>
              <a:t>Dany</a:t>
            </a:r>
            <a:r>
              <a:rPr lang="en-US" i="1" dirty="0" smtClean="0"/>
              <a:t> </a:t>
            </a:r>
            <a:r>
              <a:rPr lang="en-US" i="1" dirty="0" err="1" smtClean="0"/>
              <a:t>Solh</a:t>
            </a:r>
            <a:r>
              <a:rPr lang="en-US" i="1" dirty="0" smtClean="0"/>
              <a:t>', 20, 1.7)")</a:t>
            </a:r>
            <a:br>
              <a:rPr lang="en-US" i="1" dirty="0" smtClean="0"/>
            </a:br>
            <a:r>
              <a:rPr lang="en-US" i="1" dirty="0" smtClean="0"/>
              <a:t/>
            </a:r>
            <a:br>
              <a:rPr lang="en-US" i="1" dirty="0" smtClean="0"/>
            </a:br>
            <a:r>
              <a:rPr lang="en-US" dirty="0" smtClean="0"/>
              <a:t>With variables:</a:t>
            </a:r>
            <a:br>
              <a:rPr lang="en-US" dirty="0" smtClean="0"/>
            </a:br>
            <a:r>
              <a:rPr lang="en-US" dirty="0" smtClean="0"/>
              <a:t>student = (123456, "Mariam Fares", 21, 3.2)</a:t>
            </a:r>
          </a:p>
          <a:p>
            <a:pPr marL="158750" indent="0">
              <a:buNone/>
            </a:pPr>
            <a:r>
              <a:rPr lang="en-US" i="1" dirty="0" err="1" smtClean="0"/>
              <a:t>cursor.execute</a:t>
            </a:r>
            <a:r>
              <a:rPr lang="en-US" i="1" dirty="0" smtClean="0"/>
              <a:t>("INSERT INTO students VALUES(?, ?, ?, ?)", student)</a:t>
            </a:r>
          </a:p>
          <a:p>
            <a:pPr marL="158750" indent="0">
              <a:buNone/>
            </a:pPr>
            <a:r>
              <a:rPr lang="en-US" i="1" dirty="0" err="1" smtClean="0"/>
              <a:t>db.commit</a:t>
            </a:r>
            <a:r>
              <a:rPr lang="en-US" i="1" dirty="0" smtClean="0"/>
              <a:t>()</a:t>
            </a:r>
          </a:p>
          <a:p>
            <a:endParaRPr lang="en-US" i="1" dirty="0" smtClean="0"/>
          </a:p>
          <a:p>
            <a:pPr marL="158750" indent="0">
              <a:buNone/>
            </a:pPr>
            <a:r>
              <a:rPr lang="en-US" dirty="0" smtClean="0"/>
              <a:t>Note: Always call </a:t>
            </a:r>
            <a:r>
              <a:rPr lang="en-US" sz="1100" b="0" i="0" u="none" strike="noStrike" kern="1200" cap="none" dirty="0" err="1" smtClean="0">
                <a:solidFill>
                  <a:schemeClr val="tx1"/>
                </a:solidFill>
                <a:latin typeface="Arial"/>
                <a:ea typeface="Arial"/>
                <a:cs typeface="Arial"/>
                <a:sym typeface="Arial"/>
              </a:rPr>
              <a:t>db.commit</a:t>
            </a:r>
            <a:r>
              <a:rPr lang="en-US" sz="1100" b="0" i="0" u="none" strike="noStrike" kern="1200" cap="none" dirty="0" smtClean="0">
                <a:solidFill>
                  <a:schemeClr val="tx1"/>
                </a:solidFill>
                <a:latin typeface="Arial"/>
                <a:ea typeface="Arial"/>
                <a:cs typeface="Arial"/>
                <a:sym typeface="Arial"/>
              </a:rPr>
              <a:t>()</a:t>
            </a:r>
            <a:r>
              <a:rPr lang="en-US" dirty="0" smtClean="0"/>
              <a:t> to save changes.</a:t>
            </a:r>
            <a:endParaRPr lang="en-US" i="1" dirty="0" smtClean="0"/>
          </a:p>
          <a:p>
            <a:endParaRPr lang="en-US" dirty="0"/>
          </a:p>
        </p:txBody>
      </p:sp>
    </p:spTree>
    <p:extLst>
      <p:ext uri="{BB962C8B-B14F-4D97-AF65-F5344CB8AC3E}">
        <p14:creationId xmlns:p14="http://schemas.microsoft.com/office/powerpoint/2010/main" val="2263629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kern="1200" cap="none" dirty="0" smtClean="0">
                <a:solidFill>
                  <a:schemeClr val="tx1"/>
                </a:solidFill>
                <a:latin typeface="Arial"/>
                <a:ea typeface="Arial"/>
                <a:cs typeface="Arial"/>
                <a:sym typeface="Arial"/>
              </a:rPr>
              <a:t>SELECT *</a:t>
            </a:r>
            <a:r>
              <a:rPr lang="en-US" b="1" dirty="0" smtClean="0"/>
              <a:t/>
            </a:r>
            <a:br>
              <a:rPr lang="en-US" b="1" dirty="0" smtClean="0"/>
            </a:br>
            <a:r>
              <a:rPr lang="en-US" b="1" dirty="0" smtClean="0"/>
              <a:t>Concept:</a:t>
            </a:r>
          </a:p>
          <a:p>
            <a:r>
              <a:rPr lang="en-US" sz="1100" b="0" i="0" u="none" strike="noStrike" kern="1200" cap="none" dirty="0" smtClean="0">
                <a:solidFill>
                  <a:schemeClr val="tx1"/>
                </a:solidFill>
                <a:latin typeface="Arial"/>
                <a:ea typeface="Arial"/>
                <a:cs typeface="Arial"/>
                <a:sym typeface="Arial"/>
              </a:rPr>
              <a:t>SELECT *</a:t>
            </a:r>
            <a:r>
              <a:rPr lang="en-US" dirty="0" smtClean="0"/>
              <a:t> retrieves </a:t>
            </a:r>
            <a:r>
              <a:rPr lang="en-US" b="1" dirty="0" smtClean="0"/>
              <a:t>all columns</a:t>
            </a:r>
            <a:r>
              <a:rPr lang="en-US" dirty="0" smtClean="0"/>
              <a:t> and </a:t>
            </a:r>
            <a:r>
              <a:rPr lang="en-US" b="1" dirty="0" smtClean="0"/>
              <a:t>all rows</a:t>
            </a:r>
            <a:r>
              <a:rPr lang="en-US" dirty="0" smtClean="0"/>
              <a:t> from a table.</a:t>
            </a:r>
          </a:p>
          <a:p>
            <a:r>
              <a:rPr lang="en-US" dirty="0" smtClean="0"/>
              <a:t>The </a:t>
            </a:r>
            <a:r>
              <a:rPr lang="en-US" sz="1100" b="0" i="0" u="none" strike="noStrike" kern="1200" cap="none" dirty="0" smtClean="0">
                <a:solidFill>
                  <a:schemeClr val="tx1"/>
                </a:solidFill>
                <a:latin typeface="Arial"/>
                <a:ea typeface="Arial"/>
                <a:cs typeface="Arial"/>
                <a:sym typeface="Arial"/>
              </a:rPr>
              <a:t>*</a:t>
            </a:r>
            <a:r>
              <a:rPr lang="en-US" dirty="0" smtClean="0"/>
              <a:t> means "everything".</a:t>
            </a:r>
          </a:p>
          <a:p>
            <a:r>
              <a:rPr lang="en-US" dirty="0" smtClean="0"/>
              <a:t>Be careful: if the table is huge, this could return thousands of rows.</a:t>
            </a:r>
          </a:p>
          <a:p>
            <a:pPr marL="158750" indent="0">
              <a:buNone/>
            </a:pPr>
            <a:endParaRPr lang="en-US" b="0" dirty="0" smtClean="0"/>
          </a:p>
          <a:p>
            <a:pPr marL="158750" indent="0">
              <a:buNone/>
            </a:pPr>
            <a:r>
              <a:rPr lang="en-US" b="1" dirty="0" smtClean="0"/>
              <a:t>Notes for Students:</a:t>
            </a:r>
          </a:p>
          <a:p>
            <a:r>
              <a:rPr lang="en-US" dirty="0" smtClean="0"/>
              <a:t>Every column is shown: ID, Name, Age, GPA.</a:t>
            </a:r>
          </a:p>
          <a:p>
            <a:r>
              <a:rPr lang="en-US" dirty="0" smtClean="0"/>
              <a:t>Order is the same as the table definition.</a:t>
            </a:r>
          </a:p>
          <a:p>
            <a:r>
              <a:rPr lang="en-US" dirty="0" smtClean="0"/>
              <a:t/>
            </a:r>
            <a:br>
              <a:rPr lang="en-US" dirty="0" smtClean="0"/>
            </a:br>
            <a:r>
              <a:rPr lang="en-US" sz="1100" b="1" i="0" u="none" strike="noStrike" kern="1200" cap="none" dirty="0" smtClean="0">
                <a:solidFill>
                  <a:schemeClr val="tx1"/>
                </a:solidFill>
                <a:latin typeface="Arial"/>
                <a:ea typeface="Arial"/>
                <a:cs typeface="Arial"/>
                <a:sym typeface="Arial"/>
              </a:rPr>
              <a:t>SELECT ... WHERE</a:t>
            </a:r>
            <a:endParaRPr lang="en-US" b="1" dirty="0" smtClean="0"/>
          </a:p>
          <a:p>
            <a:pPr marL="158750" indent="0">
              <a:buNone/>
            </a:pPr>
            <a:r>
              <a:rPr lang="en-US" b="1" dirty="0" smtClean="0"/>
              <a:t>Concept:</a:t>
            </a:r>
          </a:p>
          <a:p>
            <a:r>
              <a:rPr lang="en-US" sz="1100" b="0" i="0" u="none" strike="noStrike" kern="1200" cap="none" dirty="0" smtClean="0">
                <a:solidFill>
                  <a:schemeClr val="tx1"/>
                </a:solidFill>
                <a:latin typeface="Arial"/>
                <a:ea typeface="Arial"/>
                <a:cs typeface="Arial"/>
                <a:sym typeface="Arial"/>
              </a:rPr>
              <a:t>WHERE</a:t>
            </a:r>
            <a:r>
              <a:rPr lang="en-US" dirty="0" smtClean="0"/>
              <a:t> adds a </a:t>
            </a:r>
            <a:r>
              <a:rPr lang="en-US" b="1" dirty="0" smtClean="0"/>
              <a:t>condition</a:t>
            </a:r>
            <a:r>
              <a:rPr lang="en-US" dirty="0" smtClean="0"/>
              <a:t> (filter).</a:t>
            </a:r>
          </a:p>
          <a:p>
            <a:r>
              <a:rPr lang="en-US" dirty="0" smtClean="0"/>
              <a:t>SQL only returns rows matching the condition.</a:t>
            </a:r>
          </a:p>
          <a:p>
            <a:r>
              <a:rPr lang="en-US" dirty="0" smtClean="0"/>
              <a:t>Very powerful for searching.</a:t>
            </a:r>
          </a:p>
          <a:p>
            <a:pPr marL="158750" indent="0">
              <a:buNone/>
            </a:pPr>
            <a:endParaRPr lang="en-US" dirty="0"/>
          </a:p>
        </p:txBody>
      </p:sp>
    </p:spTree>
    <p:extLst>
      <p:ext uri="{BB962C8B-B14F-4D97-AF65-F5344CB8AC3E}">
        <p14:creationId xmlns:p14="http://schemas.microsoft.com/office/powerpoint/2010/main" val="739326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kern="1200" cap="none" dirty="0" smtClean="0">
                <a:solidFill>
                  <a:schemeClr val="tx1"/>
                </a:solidFill>
                <a:latin typeface="Arial"/>
                <a:ea typeface="Arial"/>
                <a:cs typeface="Arial"/>
                <a:sym typeface="Arial"/>
              </a:rPr>
              <a:t>SELECT *</a:t>
            </a:r>
            <a:r>
              <a:rPr lang="en-US" b="1" dirty="0" smtClean="0"/>
              <a:t/>
            </a:r>
            <a:br>
              <a:rPr lang="en-US" b="1" dirty="0" smtClean="0"/>
            </a:br>
            <a:r>
              <a:rPr lang="en-US" b="1" dirty="0" smtClean="0"/>
              <a:t>Concept:</a:t>
            </a:r>
          </a:p>
          <a:p>
            <a:r>
              <a:rPr lang="en-US" sz="1100" b="0" i="0" u="none" strike="noStrike" kern="1200" cap="none" dirty="0" smtClean="0">
                <a:solidFill>
                  <a:schemeClr val="tx1"/>
                </a:solidFill>
                <a:latin typeface="Arial"/>
                <a:ea typeface="Arial"/>
                <a:cs typeface="Arial"/>
                <a:sym typeface="Arial"/>
              </a:rPr>
              <a:t>SELECT *</a:t>
            </a:r>
            <a:r>
              <a:rPr lang="en-US" dirty="0" smtClean="0"/>
              <a:t> retrieves </a:t>
            </a:r>
            <a:r>
              <a:rPr lang="en-US" b="1" dirty="0" smtClean="0"/>
              <a:t>all columns</a:t>
            </a:r>
            <a:r>
              <a:rPr lang="en-US" dirty="0" smtClean="0"/>
              <a:t> and </a:t>
            </a:r>
            <a:r>
              <a:rPr lang="en-US" b="1" dirty="0" smtClean="0"/>
              <a:t>all rows</a:t>
            </a:r>
            <a:r>
              <a:rPr lang="en-US" dirty="0" smtClean="0"/>
              <a:t> from a table.</a:t>
            </a:r>
          </a:p>
          <a:p>
            <a:r>
              <a:rPr lang="en-US" dirty="0" smtClean="0"/>
              <a:t>The </a:t>
            </a:r>
            <a:r>
              <a:rPr lang="en-US" sz="1100" b="0" i="0" u="none" strike="noStrike" kern="1200" cap="none" dirty="0" smtClean="0">
                <a:solidFill>
                  <a:schemeClr val="tx1"/>
                </a:solidFill>
                <a:latin typeface="Arial"/>
                <a:ea typeface="Arial"/>
                <a:cs typeface="Arial"/>
                <a:sym typeface="Arial"/>
              </a:rPr>
              <a:t>*</a:t>
            </a:r>
            <a:r>
              <a:rPr lang="en-US" dirty="0" smtClean="0"/>
              <a:t> means "everything".</a:t>
            </a:r>
          </a:p>
          <a:p>
            <a:r>
              <a:rPr lang="en-US" dirty="0" smtClean="0"/>
              <a:t>Be careful: if the table is huge, this could return thousands of rows.</a:t>
            </a:r>
          </a:p>
          <a:p>
            <a:pPr marL="158750" indent="0">
              <a:buNone/>
            </a:pPr>
            <a:endParaRPr lang="en-US" b="0" dirty="0" smtClean="0"/>
          </a:p>
          <a:p>
            <a:pPr marL="158750" indent="0">
              <a:buNone/>
            </a:pPr>
            <a:r>
              <a:rPr lang="en-US" b="1" dirty="0" smtClean="0"/>
              <a:t>Notes for Students:</a:t>
            </a:r>
          </a:p>
          <a:p>
            <a:r>
              <a:rPr lang="en-US" dirty="0" smtClean="0"/>
              <a:t>Every column is shown: ID, Name, Age, GPA.</a:t>
            </a:r>
          </a:p>
          <a:p>
            <a:r>
              <a:rPr lang="en-US" dirty="0" smtClean="0"/>
              <a:t>Order is the same as the table definition.</a:t>
            </a:r>
          </a:p>
          <a:p>
            <a:r>
              <a:rPr lang="en-US" dirty="0" smtClean="0"/>
              <a:t/>
            </a:r>
            <a:br>
              <a:rPr lang="en-US" dirty="0" smtClean="0"/>
            </a:br>
            <a:r>
              <a:rPr lang="en-US" sz="1100" b="1" i="0" u="none" strike="noStrike" kern="1200" cap="none" dirty="0" smtClean="0">
                <a:solidFill>
                  <a:schemeClr val="tx1"/>
                </a:solidFill>
                <a:latin typeface="Arial"/>
                <a:ea typeface="Arial"/>
                <a:cs typeface="Arial"/>
                <a:sym typeface="Arial"/>
              </a:rPr>
              <a:t>SELECT ... WHERE</a:t>
            </a:r>
            <a:endParaRPr lang="en-US" b="1" dirty="0" smtClean="0"/>
          </a:p>
          <a:p>
            <a:pPr marL="158750" indent="0">
              <a:buNone/>
            </a:pPr>
            <a:r>
              <a:rPr lang="en-US" b="1" dirty="0" smtClean="0"/>
              <a:t>Concept:</a:t>
            </a:r>
          </a:p>
          <a:p>
            <a:r>
              <a:rPr lang="en-US" sz="1100" b="0" i="0" u="none" strike="noStrike" kern="1200" cap="none" dirty="0" smtClean="0">
                <a:solidFill>
                  <a:schemeClr val="tx1"/>
                </a:solidFill>
                <a:latin typeface="Arial"/>
                <a:ea typeface="Arial"/>
                <a:cs typeface="Arial"/>
                <a:sym typeface="Arial"/>
              </a:rPr>
              <a:t>WHERE</a:t>
            </a:r>
            <a:r>
              <a:rPr lang="en-US" dirty="0" smtClean="0"/>
              <a:t> adds a </a:t>
            </a:r>
            <a:r>
              <a:rPr lang="en-US" b="1" dirty="0" smtClean="0"/>
              <a:t>condition</a:t>
            </a:r>
            <a:r>
              <a:rPr lang="en-US" dirty="0" smtClean="0"/>
              <a:t> (filter).</a:t>
            </a:r>
          </a:p>
          <a:p>
            <a:r>
              <a:rPr lang="en-US" dirty="0" smtClean="0"/>
              <a:t>SQL only returns rows matching the condition.</a:t>
            </a:r>
          </a:p>
          <a:p>
            <a:r>
              <a:rPr lang="en-US" dirty="0" smtClean="0"/>
              <a:t>Very powerful for searching.</a:t>
            </a:r>
          </a:p>
          <a:p>
            <a:pPr marL="158750" indent="0">
              <a:buNone/>
            </a:pPr>
            <a:endParaRPr lang="en-US" dirty="0"/>
          </a:p>
        </p:txBody>
      </p:sp>
    </p:spTree>
    <p:extLst>
      <p:ext uri="{BB962C8B-B14F-4D97-AF65-F5344CB8AC3E}">
        <p14:creationId xmlns:p14="http://schemas.microsoft.com/office/powerpoint/2010/main" val="3773227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kern="1200" cap="none" dirty="0" smtClean="0">
                <a:solidFill>
                  <a:schemeClr val="tx1"/>
                </a:solidFill>
                <a:latin typeface="Arial"/>
                <a:ea typeface="Arial"/>
                <a:cs typeface="Arial"/>
                <a:sym typeface="Arial"/>
              </a:rPr>
              <a:t>SELECT *</a:t>
            </a:r>
            <a:r>
              <a:rPr lang="en-US" b="1" dirty="0" smtClean="0"/>
              <a:t/>
            </a:r>
            <a:br>
              <a:rPr lang="en-US" b="1" dirty="0" smtClean="0"/>
            </a:br>
            <a:r>
              <a:rPr lang="en-US" b="1" dirty="0" smtClean="0"/>
              <a:t>Concept:</a:t>
            </a:r>
          </a:p>
          <a:p>
            <a:r>
              <a:rPr lang="en-US" sz="1100" b="0" i="0" u="none" strike="noStrike" kern="1200" cap="none" dirty="0" smtClean="0">
                <a:solidFill>
                  <a:schemeClr val="tx1"/>
                </a:solidFill>
                <a:latin typeface="Arial"/>
                <a:ea typeface="Arial"/>
                <a:cs typeface="Arial"/>
                <a:sym typeface="Arial"/>
              </a:rPr>
              <a:t>SELECT *</a:t>
            </a:r>
            <a:r>
              <a:rPr lang="en-US" dirty="0" smtClean="0"/>
              <a:t> retrieves </a:t>
            </a:r>
            <a:r>
              <a:rPr lang="en-US" b="1" dirty="0" smtClean="0"/>
              <a:t>all columns</a:t>
            </a:r>
            <a:r>
              <a:rPr lang="en-US" dirty="0" smtClean="0"/>
              <a:t> and </a:t>
            </a:r>
            <a:r>
              <a:rPr lang="en-US" b="1" dirty="0" smtClean="0"/>
              <a:t>all rows</a:t>
            </a:r>
            <a:r>
              <a:rPr lang="en-US" dirty="0" smtClean="0"/>
              <a:t> from a table.</a:t>
            </a:r>
          </a:p>
          <a:p>
            <a:r>
              <a:rPr lang="en-US" dirty="0" smtClean="0"/>
              <a:t>The </a:t>
            </a:r>
            <a:r>
              <a:rPr lang="en-US" sz="1100" b="0" i="0" u="none" strike="noStrike" kern="1200" cap="none" dirty="0" smtClean="0">
                <a:solidFill>
                  <a:schemeClr val="tx1"/>
                </a:solidFill>
                <a:latin typeface="Arial"/>
                <a:ea typeface="Arial"/>
                <a:cs typeface="Arial"/>
                <a:sym typeface="Arial"/>
              </a:rPr>
              <a:t>*</a:t>
            </a:r>
            <a:r>
              <a:rPr lang="en-US" dirty="0" smtClean="0"/>
              <a:t> means "everything".</a:t>
            </a:r>
          </a:p>
          <a:p>
            <a:r>
              <a:rPr lang="en-US" dirty="0" smtClean="0"/>
              <a:t>Be careful: if the table is huge, this could return thousands of rows.</a:t>
            </a:r>
          </a:p>
          <a:p>
            <a:pPr marL="158750" indent="0">
              <a:buNone/>
            </a:pPr>
            <a:endParaRPr lang="en-US" b="0" dirty="0" smtClean="0"/>
          </a:p>
          <a:p>
            <a:pPr marL="158750" indent="0">
              <a:buNone/>
            </a:pPr>
            <a:r>
              <a:rPr lang="en-US" b="1" dirty="0" smtClean="0"/>
              <a:t>Notes for Students:</a:t>
            </a:r>
          </a:p>
          <a:p>
            <a:r>
              <a:rPr lang="en-US" dirty="0" smtClean="0"/>
              <a:t>Every column is shown: ID, Name, Age, GPA.</a:t>
            </a:r>
          </a:p>
          <a:p>
            <a:r>
              <a:rPr lang="en-US" dirty="0" smtClean="0"/>
              <a:t>Order is the same as the table definition.</a:t>
            </a:r>
          </a:p>
          <a:p>
            <a:r>
              <a:rPr lang="en-US" dirty="0" smtClean="0"/>
              <a:t/>
            </a:r>
            <a:br>
              <a:rPr lang="en-US" dirty="0" smtClean="0"/>
            </a:br>
            <a:r>
              <a:rPr lang="en-US" sz="1100" b="1" i="0" u="none" strike="noStrike" kern="1200" cap="none" dirty="0" smtClean="0">
                <a:solidFill>
                  <a:schemeClr val="tx1"/>
                </a:solidFill>
                <a:latin typeface="Arial"/>
                <a:ea typeface="Arial"/>
                <a:cs typeface="Arial"/>
                <a:sym typeface="Arial"/>
              </a:rPr>
              <a:t>SELECT ... WHERE</a:t>
            </a:r>
            <a:endParaRPr lang="en-US" b="1" dirty="0" smtClean="0"/>
          </a:p>
          <a:p>
            <a:pPr marL="158750" indent="0">
              <a:buNone/>
            </a:pPr>
            <a:r>
              <a:rPr lang="en-US" b="1" dirty="0" smtClean="0"/>
              <a:t>Concept:</a:t>
            </a:r>
          </a:p>
          <a:p>
            <a:r>
              <a:rPr lang="en-US" sz="1100" b="0" i="0" u="none" strike="noStrike" kern="1200" cap="none" dirty="0" smtClean="0">
                <a:solidFill>
                  <a:schemeClr val="tx1"/>
                </a:solidFill>
                <a:latin typeface="Arial"/>
                <a:ea typeface="Arial"/>
                <a:cs typeface="Arial"/>
                <a:sym typeface="Arial"/>
              </a:rPr>
              <a:t>WHERE</a:t>
            </a:r>
            <a:r>
              <a:rPr lang="en-US" dirty="0" smtClean="0"/>
              <a:t> adds a </a:t>
            </a:r>
            <a:r>
              <a:rPr lang="en-US" b="1" dirty="0" smtClean="0"/>
              <a:t>condition</a:t>
            </a:r>
            <a:r>
              <a:rPr lang="en-US" dirty="0" smtClean="0"/>
              <a:t> (filter).</a:t>
            </a:r>
          </a:p>
          <a:p>
            <a:r>
              <a:rPr lang="en-US" dirty="0" smtClean="0"/>
              <a:t>SQL only returns rows matching the condition.</a:t>
            </a:r>
          </a:p>
          <a:p>
            <a:r>
              <a:rPr lang="en-US" dirty="0" smtClean="0"/>
              <a:t>Very powerful for searching.</a:t>
            </a:r>
          </a:p>
          <a:p>
            <a:pPr marL="158750" indent="0">
              <a:buNone/>
            </a:pPr>
            <a:endParaRPr lang="en-US" dirty="0"/>
          </a:p>
        </p:txBody>
      </p:sp>
    </p:spTree>
    <p:extLst>
      <p:ext uri="{BB962C8B-B14F-4D97-AF65-F5344CB8AC3E}">
        <p14:creationId xmlns:p14="http://schemas.microsoft.com/office/powerpoint/2010/main" val="3133268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899502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smtClean="0"/>
              <a:t>. </a:t>
            </a:r>
            <a:r>
              <a:rPr lang="en-US" sz="1200" b="1" i="0" u="none" strike="noStrike" kern="1200" cap="none" dirty="0" err="1" smtClean="0">
                <a:solidFill>
                  <a:schemeClr val="tx1"/>
                </a:solidFill>
                <a:latin typeface="Arial"/>
                <a:ea typeface="Arial"/>
                <a:cs typeface="Arial"/>
                <a:sym typeface="Arial"/>
              </a:rPr>
              <a:t>fetchall</a:t>
            </a:r>
            <a:r>
              <a:rPr lang="en-US" sz="1200" b="1" i="0" u="none" strike="noStrike" kern="1200" cap="none" dirty="0" smtClean="0">
                <a:solidFill>
                  <a:schemeClr val="tx1"/>
                </a:solidFill>
                <a:latin typeface="Arial"/>
                <a:ea typeface="Arial"/>
                <a:cs typeface="Arial"/>
                <a:sym typeface="Arial"/>
              </a:rPr>
              <a:t>()</a:t>
            </a:r>
            <a:endParaRPr lang="en-US" b="1" dirty="0" smtClean="0"/>
          </a:p>
          <a:p>
            <a:pPr marL="171450" indent="-171450">
              <a:buFont typeface="Arial" panose="020B0604020202020204" pitchFamily="34" charset="0"/>
              <a:buChar char="•"/>
            </a:pPr>
            <a:r>
              <a:rPr lang="en-US" dirty="0" smtClean="0"/>
              <a:t>Returns </a:t>
            </a:r>
            <a:r>
              <a:rPr lang="en-US" b="1" dirty="0" smtClean="0"/>
              <a:t>all remaining rows</a:t>
            </a:r>
            <a:r>
              <a:rPr lang="en-US" dirty="0" smtClean="0"/>
              <a:t> of the result set at once.</a:t>
            </a:r>
          </a:p>
          <a:p>
            <a:pPr marL="171450" indent="-171450">
              <a:buFont typeface="Arial" panose="020B0604020202020204" pitchFamily="34" charset="0"/>
              <a:buChar char="•"/>
            </a:pPr>
            <a:r>
              <a:rPr lang="en-US" dirty="0" smtClean="0"/>
              <a:t>It gives you a </a:t>
            </a:r>
            <a:r>
              <a:rPr lang="en-US" b="1" dirty="0" smtClean="0"/>
              <a:t>list of tuples</a:t>
            </a:r>
            <a:r>
              <a:rPr lang="en-US" dirty="0" smtClean="0"/>
              <a:t>.</a:t>
            </a:r>
          </a:p>
          <a:p>
            <a:pPr marL="171450" indent="-171450">
              <a:buFont typeface="Arial" panose="020B0604020202020204" pitchFamily="34" charset="0"/>
              <a:buChar char="•"/>
            </a:pPr>
            <a:r>
              <a:rPr lang="en-US" dirty="0" smtClean="0"/>
              <a:t>If no rows remain → returns an empty list </a:t>
            </a:r>
            <a:r>
              <a:rPr lang="en-US" sz="1200" b="0" i="0" u="none" strike="noStrike" kern="1200" cap="none" dirty="0" smtClean="0">
                <a:solidFill>
                  <a:schemeClr val="tx1"/>
                </a:solidFill>
                <a:latin typeface="Arial"/>
                <a:ea typeface="Arial"/>
                <a:cs typeface="Arial"/>
                <a:sym typeface="Arial"/>
              </a:rPr>
              <a:t>[]</a:t>
            </a:r>
            <a:r>
              <a:rPr lang="en-US" dirty="0" smtClean="0"/>
              <a:t>.</a:t>
            </a:r>
          </a:p>
          <a:p>
            <a:pPr marL="158750" indent="0">
              <a:buNone/>
            </a:pPr>
            <a:endParaRPr lang="en-US" b="1" dirty="0" smtClean="0"/>
          </a:p>
          <a:p>
            <a:pPr marL="158750" indent="0">
              <a:buNone/>
            </a:pPr>
            <a:r>
              <a:rPr lang="en-US" b="1" dirty="0" smtClean="0"/>
              <a:t>Example:</a:t>
            </a:r>
            <a:endParaRPr lang="en-US" dirty="0" smtClean="0"/>
          </a:p>
          <a:p>
            <a:pPr marL="158750" indent="0" rtl="0">
              <a:buNone/>
            </a:pPr>
            <a:r>
              <a:rPr lang="en-US" sz="1200" b="0" i="1" u="none" strike="noStrike" kern="1200" cap="none" dirty="0" err="1" smtClean="0">
                <a:solidFill>
                  <a:schemeClr val="tx1"/>
                </a:solidFill>
                <a:latin typeface="Arial"/>
                <a:ea typeface="Arial"/>
                <a:cs typeface="Arial"/>
                <a:sym typeface="Arial"/>
              </a:rPr>
              <a:t>cursor.execute</a:t>
            </a:r>
            <a:r>
              <a:rPr lang="en-US" sz="1200" b="0" i="1" u="none" strike="noStrike" kern="1200" cap="none" dirty="0" smtClean="0">
                <a:solidFill>
                  <a:schemeClr val="tx1"/>
                </a:solidFill>
                <a:latin typeface="Arial"/>
                <a:ea typeface="Arial"/>
                <a:cs typeface="Arial"/>
                <a:sym typeface="Arial"/>
              </a:rPr>
              <a:t>("SELECT </a:t>
            </a:r>
            <a:r>
              <a:rPr lang="en-US" sz="1200" b="0" i="1" u="none" strike="noStrike" kern="1200" cap="none" dirty="0" err="1" smtClean="0">
                <a:solidFill>
                  <a:schemeClr val="tx1"/>
                </a:solidFill>
                <a:latin typeface="Arial"/>
                <a:ea typeface="Arial"/>
                <a:cs typeface="Arial"/>
                <a:sym typeface="Arial"/>
              </a:rPr>
              <a:t>stdname</a:t>
            </a:r>
            <a:r>
              <a:rPr lang="en-US" sz="1200" b="0" i="1" u="none" strike="noStrike" kern="1200" cap="none" dirty="0" smtClean="0">
                <a:solidFill>
                  <a:schemeClr val="tx1"/>
                </a:solidFill>
                <a:latin typeface="Arial"/>
                <a:ea typeface="Arial"/>
                <a:cs typeface="Arial"/>
                <a:sym typeface="Arial"/>
              </a:rPr>
              <a:t> FROM students")</a:t>
            </a:r>
          </a:p>
          <a:p>
            <a:pPr marL="158750" indent="0" rtl="0">
              <a:buNone/>
            </a:pPr>
            <a:r>
              <a:rPr lang="en-US" sz="1200" b="0" i="1" u="none" strike="noStrike" kern="1200" cap="none" dirty="0" smtClean="0">
                <a:solidFill>
                  <a:schemeClr val="tx1"/>
                </a:solidFill>
                <a:latin typeface="Arial"/>
                <a:ea typeface="Arial"/>
                <a:cs typeface="Arial"/>
                <a:sym typeface="Arial"/>
              </a:rPr>
              <a:t>rows = </a:t>
            </a:r>
            <a:r>
              <a:rPr lang="en-US" sz="1200" b="0" i="1" u="none" strike="noStrike" kern="1200" cap="none" dirty="0" err="1" smtClean="0">
                <a:solidFill>
                  <a:schemeClr val="tx1"/>
                </a:solidFill>
                <a:latin typeface="Arial"/>
                <a:ea typeface="Arial"/>
                <a:cs typeface="Arial"/>
                <a:sym typeface="Arial"/>
              </a:rPr>
              <a:t>cursor.fetchall</a:t>
            </a:r>
            <a:r>
              <a:rPr lang="en-US" sz="1200" b="0" i="1" u="none" strike="noStrike" kern="1200" cap="none" dirty="0" smtClean="0">
                <a:solidFill>
                  <a:schemeClr val="tx1"/>
                </a:solidFill>
                <a:latin typeface="Arial"/>
                <a:ea typeface="Arial"/>
                <a:cs typeface="Arial"/>
                <a:sym typeface="Arial"/>
              </a:rPr>
              <a:t>()</a:t>
            </a:r>
          </a:p>
          <a:p>
            <a:pPr marL="158750" indent="0">
              <a:buNone/>
            </a:pPr>
            <a:r>
              <a:rPr lang="en-US" sz="1200" b="0" i="1" u="none" strike="noStrike" kern="1200" cap="none" dirty="0" smtClean="0">
                <a:solidFill>
                  <a:schemeClr val="tx1"/>
                </a:solidFill>
                <a:latin typeface="Arial"/>
                <a:ea typeface="Arial"/>
                <a:cs typeface="Arial"/>
                <a:sym typeface="Arial"/>
              </a:rPr>
              <a:t>print(rows)</a:t>
            </a:r>
            <a:r>
              <a:rPr lang="en-US" sz="1200" b="0" i="0" u="none" strike="noStrike" kern="1200" cap="none" dirty="0" smtClean="0">
                <a:solidFill>
                  <a:schemeClr val="tx1"/>
                </a:solidFill>
                <a:latin typeface="Arial"/>
                <a:ea typeface="Arial"/>
                <a:cs typeface="Arial"/>
                <a:sym typeface="Arial"/>
              </a:rPr>
              <a:t/>
            </a:r>
            <a:br>
              <a:rPr lang="en-US" sz="1200" b="0" i="0" u="none" strike="noStrike" kern="1200" cap="none" dirty="0" smtClean="0">
                <a:solidFill>
                  <a:schemeClr val="tx1"/>
                </a:solidFill>
                <a:latin typeface="Arial"/>
                <a:ea typeface="Arial"/>
                <a:cs typeface="Arial"/>
                <a:sym typeface="Arial"/>
              </a:rPr>
            </a:br>
            <a:r>
              <a:rPr lang="en-US" sz="1200" b="0" i="0" u="none" strike="noStrike" kern="1200" cap="none" dirty="0" smtClean="0">
                <a:solidFill>
                  <a:schemeClr val="tx1"/>
                </a:solidFill>
                <a:latin typeface="Arial"/>
                <a:ea typeface="Arial"/>
                <a:cs typeface="Arial"/>
                <a:sym typeface="Arial"/>
              </a:rPr>
              <a:t/>
            </a:r>
            <a:br>
              <a:rPr lang="en-US" sz="1200" b="0" i="0" u="none" strike="noStrike" kern="1200" cap="none" dirty="0" smtClean="0">
                <a:solidFill>
                  <a:schemeClr val="tx1"/>
                </a:solidFill>
                <a:latin typeface="Arial"/>
                <a:ea typeface="Arial"/>
                <a:cs typeface="Arial"/>
                <a:sym typeface="Arial"/>
              </a:rPr>
            </a:br>
            <a:r>
              <a:rPr lang="en-US" b="1" dirty="0" smtClean="0"/>
              <a:t>2. </a:t>
            </a:r>
            <a:r>
              <a:rPr lang="en-US" sz="1200" b="1" i="0" u="none" strike="noStrike" kern="1200" cap="none" dirty="0" err="1" smtClean="0">
                <a:solidFill>
                  <a:schemeClr val="tx1"/>
                </a:solidFill>
                <a:latin typeface="Arial"/>
                <a:ea typeface="Arial"/>
                <a:cs typeface="Arial"/>
                <a:sym typeface="Arial"/>
              </a:rPr>
              <a:t>fetchone</a:t>
            </a:r>
            <a:r>
              <a:rPr lang="en-US" sz="1200" b="1" i="0" u="none" strike="noStrike" kern="1200" cap="none" dirty="0" smtClean="0">
                <a:solidFill>
                  <a:schemeClr val="tx1"/>
                </a:solidFill>
                <a:latin typeface="Arial"/>
                <a:ea typeface="Arial"/>
                <a:cs typeface="Arial"/>
                <a:sym typeface="Arial"/>
              </a:rPr>
              <a:t>()</a:t>
            </a:r>
            <a:endParaRPr lang="en-US" b="1" dirty="0" smtClean="0"/>
          </a:p>
          <a:p>
            <a:pPr marL="171450" indent="-171450">
              <a:buFont typeface="Arial" panose="020B0604020202020204" pitchFamily="34" charset="0"/>
              <a:buChar char="•"/>
            </a:pPr>
            <a:r>
              <a:rPr lang="en-US" dirty="0" smtClean="0"/>
              <a:t>Returns the </a:t>
            </a:r>
            <a:r>
              <a:rPr lang="en-US" b="1" dirty="0" smtClean="0"/>
              <a:t>next single row</a:t>
            </a:r>
            <a:r>
              <a:rPr lang="en-US" dirty="0" smtClean="0"/>
              <a:t> of the result set.</a:t>
            </a:r>
          </a:p>
          <a:p>
            <a:pPr marL="171450" indent="-171450">
              <a:buFont typeface="Arial" panose="020B0604020202020204" pitchFamily="34" charset="0"/>
              <a:buChar char="•"/>
            </a:pPr>
            <a:r>
              <a:rPr lang="en-US" dirty="0" smtClean="0"/>
              <a:t>It gives you </a:t>
            </a:r>
            <a:r>
              <a:rPr lang="en-US" b="1" dirty="0" smtClean="0"/>
              <a:t>just one tuple</a:t>
            </a:r>
            <a:r>
              <a:rPr lang="en-US" dirty="0" smtClean="0"/>
              <a:t>.</a:t>
            </a:r>
          </a:p>
          <a:p>
            <a:pPr marL="171450" indent="-171450">
              <a:buFont typeface="Arial" panose="020B0604020202020204" pitchFamily="34" charset="0"/>
              <a:buChar char="•"/>
            </a:pPr>
            <a:r>
              <a:rPr lang="en-US" dirty="0" smtClean="0"/>
              <a:t>If no more rows remain → returns </a:t>
            </a:r>
            <a:r>
              <a:rPr lang="en-US" sz="1200" b="0" i="0" u="none" strike="noStrike" kern="1200" cap="none" dirty="0" smtClean="0">
                <a:solidFill>
                  <a:schemeClr val="tx1"/>
                </a:solidFill>
                <a:latin typeface="Arial"/>
                <a:ea typeface="Arial"/>
                <a:cs typeface="Arial"/>
                <a:sym typeface="Arial"/>
              </a:rPr>
              <a:t>None</a:t>
            </a:r>
            <a:r>
              <a:rPr lang="en-US" dirty="0" smtClean="0"/>
              <a:t>.</a:t>
            </a:r>
          </a:p>
          <a:p>
            <a:pPr marL="0" indent="0">
              <a:buFont typeface="Arial" panose="020B0604020202020204" pitchFamily="34" charset="0"/>
              <a:buNone/>
            </a:pPr>
            <a:endParaRPr lang="en-US" dirty="0" smtClean="0"/>
          </a:p>
          <a:p>
            <a:r>
              <a:rPr lang="en-US" b="1" dirty="0" smtClean="0"/>
              <a:t>Example:</a:t>
            </a:r>
            <a:endParaRPr lang="en-US" dirty="0" smtClean="0"/>
          </a:p>
          <a:p>
            <a:pPr marL="158750" indent="0" rtl="0">
              <a:buNone/>
            </a:pPr>
            <a:r>
              <a:rPr lang="en-US" sz="1200" b="0" i="1" u="none" strike="noStrike" kern="1200" cap="none" dirty="0" err="1" smtClean="0">
                <a:solidFill>
                  <a:schemeClr val="tx1"/>
                </a:solidFill>
                <a:latin typeface="Arial"/>
                <a:ea typeface="Arial"/>
                <a:cs typeface="Arial"/>
                <a:sym typeface="Arial"/>
              </a:rPr>
              <a:t>cursor.execute</a:t>
            </a:r>
            <a:r>
              <a:rPr lang="en-US" sz="1200" b="0" i="1" u="none" strike="noStrike" kern="1200" cap="none" dirty="0" smtClean="0">
                <a:solidFill>
                  <a:schemeClr val="tx1"/>
                </a:solidFill>
                <a:latin typeface="Arial"/>
                <a:ea typeface="Arial"/>
                <a:cs typeface="Arial"/>
                <a:sym typeface="Arial"/>
              </a:rPr>
              <a:t>("SELECT </a:t>
            </a:r>
            <a:r>
              <a:rPr lang="en-US" sz="1200" b="0" i="1" u="none" strike="noStrike" kern="1200" cap="none" dirty="0" err="1" smtClean="0">
                <a:solidFill>
                  <a:schemeClr val="tx1"/>
                </a:solidFill>
                <a:latin typeface="Arial"/>
                <a:ea typeface="Arial"/>
                <a:cs typeface="Arial"/>
                <a:sym typeface="Arial"/>
              </a:rPr>
              <a:t>stdname</a:t>
            </a:r>
            <a:r>
              <a:rPr lang="en-US" sz="1200" b="0" i="1" u="none" strike="noStrike" kern="1200" cap="none" dirty="0" smtClean="0">
                <a:solidFill>
                  <a:schemeClr val="tx1"/>
                </a:solidFill>
                <a:latin typeface="Arial"/>
                <a:ea typeface="Arial"/>
                <a:cs typeface="Arial"/>
                <a:sym typeface="Arial"/>
              </a:rPr>
              <a:t> FROM students") #say students contain 3 rows</a:t>
            </a:r>
          </a:p>
          <a:p>
            <a:pPr marL="158750" indent="0" rtl="0">
              <a:buNone/>
            </a:pPr>
            <a:r>
              <a:rPr lang="en-US" sz="1200" b="0" i="1" u="none" strike="noStrike" kern="1200" cap="none" dirty="0" smtClean="0">
                <a:solidFill>
                  <a:schemeClr val="tx1"/>
                </a:solidFill>
                <a:latin typeface="Arial"/>
                <a:ea typeface="Arial"/>
                <a:cs typeface="Arial"/>
                <a:sym typeface="Arial"/>
              </a:rPr>
              <a:t>print(</a:t>
            </a:r>
            <a:r>
              <a:rPr lang="en-US" sz="1200" b="0" i="1" u="none" strike="noStrike" kern="1200" cap="none" dirty="0" err="1" smtClean="0">
                <a:solidFill>
                  <a:schemeClr val="tx1"/>
                </a:solidFill>
                <a:latin typeface="Arial"/>
                <a:ea typeface="Arial"/>
                <a:cs typeface="Arial"/>
                <a:sym typeface="Arial"/>
              </a:rPr>
              <a:t>cursor.fetchone</a:t>
            </a:r>
            <a:r>
              <a:rPr lang="en-US" sz="1200" b="0" i="1" u="none" strike="noStrike" kern="1200" cap="none" dirty="0" smtClean="0">
                <a:solidFill>
                  <a:schemeClr val="tx1"/>
                </a:solidFill>
                <a:latin typeface="Arial"/>
                <a:ea typeface="Arial"/>
                <a:cs typeface="Arial"/>
                <a:sym typeface="Arial"/>
              </a:rPr>
              <a:t>())  # First row</a:t>
            </a:r>
          </a:p>
          <a:p>
            <a:pPr marL="158750" indent="0" rtl="0">
              <a:buNone/>
            </a:pPr>
            <a:r>
              <a:rPr lang="en-US" sz="1200" b="0" i="1" u="none" strike="noStrike" kern="1200" cap="none" dirty="0" smtClean="0">
                <a:solidFill>
                  <a:schemeClr val="tx1"/>
                </a:solidFill>
                <a:latin typeface="Arial"/>
                <a:ea typeface="Arial"/>
                <a:cs typeface="Arial"/>
                <a:sym typeface="Arial"/>
              </a:rPr>
              <a:t>print(</a:t>
            </a:r>
            <a:r>
              <a:rPr lang="en-US" sz="1200" b="0" i="1" u="none" strike="noStrike" kern="1200" cap="none" dirty="0" err="1" smtClean="0">
                <a:solidFill>
                  <a:schemeClr val="tx1"/>
                </a:solidFill>
                <a:latin typeface="Arial"/>
                <a:ea typeface="Arial"/>
                <a:cs typeface="Arial"/>
                <a:sym typeface="Arial"/>
              </a:rPr>
              <a:t>cursor.fetchone</a:t>
            </a:r>
            <a:r>
              <a:rPr lang="en-US" sz="1200" b="0" i="1" u="none" strike="noStrike" kern="1200" cap="none" dirty="0" smtClean="0">
                <a:solidFill>
                  <a:schemeClr val="tx1"/>
                </a:solidFill>
                <a:latin typeface="Arial"/>
                <a:ea typeface="Arial"/>
                <a:cs typeface="Arial"/>
                <a:sym typeface="Arial"/>
              </a:rPr>
              <a:t>())  # Second row</a:t>
            </a:r>
          </a:p>
          <a:p>
            <a:pPr marL="158750" indent="0" rtl="0">
              <a:buNone/>
            </a:pPr>
            <a:r>
              <a:rPr lang="en-US" sz="1200" b="0" i="1" u="none" strike="noStrike" kern="1200" cap="none" dirty="0" smtClean="0">
                <a:solidFill>
                  <a:schemeClr val="tx1"/>
                </a:solidFill>
                <a:latin typeface="Arial"/>
                <a:ea typeface="Arial"/>
                <a:cs typeface="Arial"/>
                <a:sym typeface="Arial"/>
              </a:rPr>
              <a:t>print(</a:t>
            </a:r>
            <a:r>
              <a:rPr lang="en-US" sz="1200" b="0" i="1" u="none" strike="noStrike" kern="1200" cap="none" dirty="0" err="1" smtClean="0">
                <a:solidFill>
                  <a:schemeClr val="tx1"/>
                </a:solidFill>
                <a:latin typeface="Arial"/>
                <a:ea typeface="Arial"/>
                <a:cs typeface="Arial"/>
                <a:sym typeface="Arial"/>
              </a:rPr>
              <a:t>cursor.fetchone</a:t>
            </a:r>
            <a:r>
              <a:rPr lang="en-US" sz="1200" b="0" i="1" u="none" strike="noStrike" kern="1200" cap="none" dirty="0" smtClean="0">
                <a:solidFill>
                  <a:schemeClr val="tx1"/>
                </a:solidFill>
                <a:latin typeface="Arial"/>
                <a:ea typeface="Arial"/>
                <a:cs typeface="Arial"/>
                <a:sym typeface="Arial"/>
              </a:rPr>
              <a:t>())  # Third row</a:t>
            </a:r>
          </a:p>
          <a:p>
            <a:pPr marL="158750" indent="0" rtl="0">
              <a:buNone/>
            </a:pPr>
            <a:r>
              <a:rPr lang="en-US" sz="1200" b="0" i="1" u="none" strike="noStrike" kern="1200" cap="none" dirty="0" smtClean="0">
                <a:solidFill>
                  <a:schemeClr val="tx1"/>
                </a:solidFill>
                <a:latin typeface="Arial"/>
                <a:ea typeface="Arial"/>
                <a:cs typeface="Arial"/>
                <a:sym typeface="Arial"/>
              </a:rPr>
              <a:t>print(</a:t>
            </a:r>
            <a:r>
              <a:rPr lang="en-US" sz="1200" b="0" i="1" u="none" strike="noStrike" kern="1200" cap="none" dirty="0" err="1" smtClean="0">
                <a:solidFill>
                  <a:schemeClr val="tx1"/>
                </a:solidFill>
                <a:latin typeface="Arial"/>
                <a:ea typeface="Arial"/>
                <a:cs typeface="Arial"/>
                <a:sym typeface="Arial"/>
              </a:rPr>
              <a:t>cursor.fetchone</a:t>
            </a:r>
            <a:r>
              <a:rPr lang="en-US" sz="1200" b="0" i="1" u="none" strike="noStrike" kern="1200" cap="none" dirty="0" smtClean="0">
                <a:solidFill>
                  <a:schemeClr val="tx1"/>
                </a:solidFill>
                <a:latin typeface="Arial"/>
                <a:ea typeface="Arial"/>
                <a:cs typeface="Arial"/>
                <a:sym typeface="Arial"/>
              </a:rPr>
              <a:t>())  # None (no more rows)</a:t>
            </a:r>
          </a:p>
          <a:p>
            <a:pPr rtl="0"/>
            <a:endParaRPr lang="en-US" sz="1200" b="0" i="0" u="none" strike="noStrike" kern="1200" cap="none" dirty="0" smtClean="0">
              <a:solidFill>
                <a:schemeClr val="tx1"/>
              </a:solidFill>
              <a:latin typeface="Arial"/>
              <a:ea typeface="Arial"/>
              <a:cs typeface="Arial"/>
              <a:sym typeface="Arial"/>
            </a:endParaRPr>
          </a:p>
          <a:p>
            <a:r>
              <a:rPr lang="en-US" b="1" dirty="0" smtClean="0"/>
              <a:t>3. </a:t>
            </a:r>
            <a:r>
              <a:rPr lang="en-US" sz="1200" b="1" i="0" u="none" strike="noStrike" kern="1200" cap="none" dirty="0" err="1" smtClean="0">
                <a:solidFill>
                  <a:schemeClr val="tx1"/>
                </a:solidFill>
                <a:latin typeface="Arial"/>
                <a:ea typeface="Arial"/>
                <a:cs typeface="Arial"/>
                <a:sym typeface="Arial"/>
              </a:rPr>
              <a:t>fetchmany</a:t>
            </a:r>
            <a:r>
              <a:rPr lang="en-US" sz="1200" b="1" i="0" u="none" strike="noStrike" kern="1200" cap="none" dirty="0" smtClean="0">
                <a:solidFill>
                  <a:schemeClr val="tx1"/>
                </a:solidFill>
                <a:latin typeface="Arial"/>
                <a:ea typeface="Arial"/>
                <a:cs typeface="Arial"/>
                <a:sym typeface="Arial"/>
              </a:rPr>
              <a:t>(size)</a:t>
            </a:r>
            <a:endParaRPr lang="en-US" b="1" dirty="0" smtClean="0"/>
          </a:p>
          <a:p>
            <a:pPr marL="171450" indent="-171450">
              <a:buFont typeface="Arial" panose="020B0604020202020204" pitchFamily="34" charset="0"/>
              <a:buChar char="•"/>
            </a:pPr>
            <a:r>
              <a:rPr lang="en-US" dirty="0" smtClean="0"/>
              <a:t>Returns the </a:t>
            </a:r>
            <a:r>
              <a:rPr lang="en-US" b="1" dirty="0" smtClean="0"/>
              <a:t>next </a:t>
            </a:r>
            <a:r>
              <a:rPr lang="en-US" sz="1200" b="1" i="1" u="none" strike="noStrike" kern="1200" cap="none" dirty="0" smtClean="0">
                <a:solidFill>
                  <a:schemeClr val="tx1"/>
                </a:solidFill>
                <a:latin typeface="Arial"/>
                <a:ea typeface="Arial"/>
                <a:cs typeface="Arial"/>
                <a:sym typeface="Arial"/>
              </a:rPr>
              <a:t>size</a:t>
            </a:r>
            <a:r>
              <a:rPr lang="en-US" b="1" dirty="0" smtClean="0"/>
              <a:t> rows</a:t>
            </a:r>
            <a:r>
              <a:rPr lang="en-US" dirty="0" smtClean="0"/>
              <a:t> as a list of tuples.</a:t>
            </a:r>
          </a:p>
          <a:p>
            <a:pPr marL="171450" indent="-171450">
              <a:buFont typeface="Arial" panose="020B0604020202020204" pitchFamily="34" charset="0"/>
              <a:buChar char="•"/>
            </a:pPr>
            <a:r>
              <a:rPr lang="en-US" dirty="0" smtClean="0"/>
              <a:t>Useful for big tables to avoid loading everything at once.</a:t>
            </a:r>
          </a:p>
          <a:p>
            <a:pPr marL="158750" indent="0">
              <a:buNone/>
            </a:pPr>
            <a:endParaRPr lang="en-US" b="1" dirty="0" smtClean="0"/>
          </a:p>
          <a:p>
            <a:pPr marL="158750" indent="0">
              <a:buNone/>
            </a:pPr>
            <a:r>
              <a:rPr lang="en-US" b="1" dirty="0" smtClean="0"/>
              <a:t>Example:</a:t>
            </a:r>
            <a:endParaRPr lang="en-US" dirty="0" smtClean="0"/>
          </a:p>
          <a:p>
            <a:pPr rtl="0"/>
            <a:r>
              <a:rPr lang="en-US" sz="1200" b="0" i="1" u="none" strike="noStrike" kern="1200" cap="none" dirty="0" err="1" smtClean="0">
                <a:solidFill>
                  <a:schemeClr val="tx1"/>
                </a:solidFill>
                <a:latin typeface="Arial"/>
                <a:ea typeface="Arial"/>
                <a:cs typeface="Arial"/>
                <a:sym typeface="Arial"/>
              </a:rPr>
              <a:t>cursor.execute</a:t>
            </a:r>
            <a:r>
              <a:rPr lang="en-US" sz="1200" b="0" i="1" u="none" strike="noStrike" kern="1200" cap="none" dirty="0" smtClean="0">
                <a:solidFill>
                  <a:schemeClr val="tx1"/>
                </a:solidFill>
                <a:latin typeface="Arial"/>
                <a:ea typeface="Arial"/>
                <a:cs typeface="Arial"/>
                <a:sym typeface="Arial"/>
              </a:rPr>
              <a:t>("SELECT </a:t>
            </a:r>
            <a:r>
              <a:rPr lang="en-US" sz="1200" b="0" i="1" u="none" strike="noStrike" kern="1200" cap="none" dirty="0" err="1" smtClean="0">
                <a:solidFill>
                  <a:schemeClr val="tx1"/>
                </a:solidFill>
                <a:latin typeface="Arial"/>
                <a:ea typeface="Arial"/>
                <a:cs typeface="Arial"/>
                <a:sym typeface="Arial"/>
              </a:rPr>
              <a:t>stdname</a:t>
            </a:r>
            <a:r>
              <a:rPr lang="en-US" sz="1200" b="0" i="1" u="none" strike="noStrike" kern="1200" cap="none" dirty="0" smtClean="0">
                <a:solidFill>
                  <a:schemeClr val="tx1"/>
                </a:solidFill>
                <a:latin typeface="Arial"/>
                <a:ea typeface="Arial"/>
                <a:cs typeface="Arial"/>
                <a:sym typeface="Arial"/>
              </a:rPr>
              <a:t> FROM students")</a:t>
            </a:r>
          </a:p>
          <a:p>
            <a:pPr rtl="0"/>
            <a:r>
              <a:rPr lang="en-US" sz="1200" b="0" i="1" u="none" strike="noStrike" kern="1200" cap="none" dirty="0" smtClean="0">
                <a:solidFill>
                  <a:schemeClr val="tx1"/>
                </a:solidFill>
                <a:latin typeface="Arial"/>
                <a:ea typeface="Arial"/>
                <a:cs typeface="Arial"/>
                <a:sym typeface="Arial"/>
              </a:rPr>
              <a:t>print(</a:t>
            </a:r>
            <a:r>
              <a:rPr lang="en-US" sz="1200" b="0" i="1" u="none" strike="noStrike" kern="1200" cap="none" dirty="0" err="1" smtClean="0">
                <a:solidFill>
                  <a:schemeClr val="tx1"/>
                </a:solidFill>
                <a:latin typeface="Arial"/>
                <a:ea typeface="Arial"/>
                <a:cs typeface="Arial"/>
                <a:sym typeface="Arial"/>
              </a:rPr>
              <a:t>cursor.fetchmany</a:t>
            </a:r>
            <a:r>
              <a:rPr lang="en-US" sz="1200" b="0" i="1" u="none" strike="noStrike" kern="1200" cap="none" dirty="0" smtClean="0">
                <a:solidFill>
                  <a:schemeClr val="tx1"/>
                </a:solidFill>
                <a:latin typeface="Arial"/>
                <a:ea typeface="Arial"/>
                <a:cs typeface="Arial"/>
                <a:sym typeface="Arial"/>
              </a:rPr>
              <a:t>(2))</a:t>
            </a:r>
            <a:br>
              <a:rPr lang="en-US" sz="1200" b="0" i="1" u="none" strike="noStrike" kern="1200" cap="none" dirty="0" smtClean="0">
                <a:solidFill>
                  <a:schemeClr val="tx1"/>
                </a:solidFill>
                <a:latin typeface="Arial"/>
                <a:ea typeface="Arial"/>
                <a:cs typeface="Arial"/>
                <a:sym typeface="Arial"/>
              </a:rPr>
            </a:br>
            <a:r>
              <a:rPr lang="en-US" sz="1200" b="0" i="1" u="none" strike="noStrike" kern="1200" cap="none" dirty="0" smtClean="0">
                <a:solidFill>
                  <a:schemeClr val="tx1"/>
                </a:solidFill>
                <a:latin typeface="Arial"/>
                <a:ea typeface="Arial"/>
                <a:cs typeface="Arial"/>
                <a:sym typeface="Arial"/>
              </a:rPr>
              <a:t/>
            </a:r>
            <a:br>
              <a:rPr lang="en-US" sz="1200" b="0" i="1" u="none" strike="noStrike" kern="1200" cap="none" dirty="0" smtClean="0">
                <a:solidFill>
                  <a:schemeClr val="tx1"/>
                </a:solidFill>
                <a:latin typeface="Arial"/>
                <a:ea typeface="Arial"/>
                <a:cs typeface="Arial"/>
                <a:sym typeface="Arial"/>
              </a:rPr>
            </a:br>
            <a:endParaRPr lang="en-US" sz="1200" b="0" i="1" u="none" strike="noStrike" kern="1200" cap="none" dirty="0" smtClean="0">
              <a:solidFill>
                <a:schemeClr val="tx1"/>
              </a:solidFill>
              <a:latin typeface="Arial"/>
              <a:ea typeface="Arial"/>
              <a:cs typeface="Arial"/>
              <a:sym typeface="Arial"/>
            </a:endParaRPr>
          </a:p>
          <a:p>
            <a:pPr rtl="0"/>
            <a:endParaRPr lang="en-US" sz="1200" b="0" i="1" u="none" strike="noStrike" kern="1200" cap="none" dirty="0" smtClean="0">
              <a:solidFill>
                <a:schemeClr val="tx1"/>
              </a:solidFill>
              <a:latin typeface="Arial"/>
              <a:ea typeface="Arial"/>
              <a:cs typeface="Arial"/>
              <a:sym typeface="Arial"/>
            </a:endParaRPr>
          </a:p>
          <a:p>
            <a:pPr lvl="0" rtl="0"/>
            <a:r>
              <a:rPr lang="en-US" sz="1200" b="1" i="0" u="none" strike="noStrike" kern="1200" cap="none" dirty="0" smtClean="0">
                <a:solidFill>
                  <a:schemeClr val="tx1"/>
                </a:solidFill>
                <a:effectLst/>
                <a:latin typeface="Arial"/>
                <a:ea typeface="Arial"/>
                <a:cs typeface="Arial"/>
                <a:sym typeface="Arial"/>
              </a:rPr>
              <a:t>1. INNER JOIN (default JOIN)</a:t>
            </a:r>
            <a:endParaRPr lang="en-US" sz="1200" b="0" i="0" u="none" strike="noStrike" kern="1200" cap="none" dirty="0" smtClean="0">
              <a:solidFill>
                <a:schemeClr val="tx1"/>
              </a:solidFill>
              <a:effectLst/>
              <a:latin typeface="Arial"/>
              <a:ea typeface="Arial"/>
              <a:cs typeface="Arial"/>
              <a:sym typeface="Arial"/>
            </a:endParaRPr>
          </a:p>
          <a:p>
            <a:pPr marL="158750" lvl="0" indent="0">
              <a:buNone/>
            </a:pPr>
            <a:r>
              <a:rPr lang="en-US" sz="1200" b="0" i="0" u="none" strike="noStrike" kern="1200" cap="none" dirty="0" smtClean="0">
                <a:solidFill>
                  <a:schemeClr val="tx1"/>
                </a:solidFill>
                <a:effectLst/>
                <a:latin typeface="Arial"/>
                <a:ea typeface="Arial"/>
                <a:cs typeface="Arial"/>
                <a:sym typeface="Arial"/>
              </a:rPr>
              <a:t>Returns </a:t>
            </a:r>
            <a:r>
              <a:rPr lang="en-US" sz="1200" b="1" i="0" u="none" strike="noStrike" kern="1200" cap="none" dirty="0" smtClean="0">
                <a:solidFill>
                  <a:schemeClr val="tx1"/>
                </a:solidFill>
                <a:effectLst/>
                <a:latin typeface="Arial"/>
                <a:ea typeface="Arial"/>
                <a:cs typeface="Arial"/>
                <a:sym typeface="Arial"/>
              </a:rPr>
              <a:t>only rows that have matching values in both tables</a:t>
            </a:r>
            <a:r>
              <a:rPr lang="en-US" sz="1200" b="0" i="0" u="none" strike="noStrike" kern="1200" cap="none" dirty="0" smtClean="0">
                <a:solidFill>
                  <a:schemeClr val="tx1"/>
                </a:solidFill>
                <a:effectLst/>
                <a:latin typeface="Arial"/>
                <a:ea typeface="Arial"/>
                <a:cs typeface="Arial"/>
                <a:sym typeface="Arial"/>
              </a:rPr>
              <a:t>.</a:t>
            </a:r>
          </a:p>
          <a:p>
            <a:pPr marL="158750" lvl="0" indent="0">
              <a:buNone/>
            </a:pPr>
            <a:endParaRPr lang="en-US" sz="1200" b="0" i="0" u="none" strike="noStrike" kern="1200" cap="none" dirty="0" smtClean="0">
              <a:solidFill>
                <a:schemeClr val="tx1"/>
              </a:solidFill>
              <a:effectLst/>
              <a:latin typeface="Arial"/>
              <a:ea typeface="Arial"/>
              <a:cs typeface="Arial"/>
              <a:sym typeface="Arial"/>
            </a:endParaRPr>
          </a:p>
          <a:p>
            <a:pPr marL="158750" lvl="0" indent="0">
              <a:buNone/>
            </a:pPr>
            <a:r>
              <a:rPr lang="en-US" sz="1200" b="0" i="0" u="none" strike="noStrike" kern="1200" cap="none" dirty="0" smtClean="0">
                <a:solidFill>
                  <a:schemeClr val="tx1"/>
                </a:solidFill>
                <a:effectLst/>
                <a:latin typeface="Arial"/>
                <a:ea typeface="Arial"/>
                <a:cs typeface="Arial"/>
                <a:sym typeface="Arial"/>
              </a:rPr>
              <a:t>Example: students who are actually registered in at least one course.</a:t>
            </a:r>
          </a:p>
          <a:p>
            <a:pPr marL="158750" indent="0">
              <a:buNone/>
            </a:pPr>
            <a:r>
              <a:rPr lang="en-US" sz="1200" b="0" i="1" u="none" strike="noStrike" kern="1200" cap="none" dirty="0" smtClean="0">
                <a:solidFill>
                  <a:schemeClr val="tx1"/>
                </a:solidFill>
                <a:effectLst/>
                <a:latin typeface="Arial"/>
                <a:ea typeface="Arial"/>
                <a:cs typeface="Arial"/>
                <a:sym typeface="Arial"/>
              </a:rPr>
              <a:t>SELECT student.name, </a:t>
            </a:r>
            <a:r>
              <a:rPr lang="en-US" sz="1200" b="0" i="1" u="none" strike="noStrike" kern="1200" cap="none" dirty="0" err="1" smtClean="0">
                <a:solidFill>
                  <a:schemeClr val="tx1"/>
                </a:solidFill>
                <a:effectLst/>
                <a:latin typeface="Arial"/>
                <a:ea typeface="Arial"/>
                <a:cs typeface="Arial"/>
                <a:sym typeface="Arial"/>
              </a:rPr>
              <a:t>courses.courseName</a:t>
            </a:r>
            <a:endParaRPr lang="en-US" sz="1200" b="0" i="1" u="none" strike="noStrike" kern="1200" cap="none" dirty="0" smtClean="0">
              <a:solidFill>
                <a:schemeClr val="tx1"/>
              </a:solidFill>
              <a:effectLst/>
              <a:latin typeface="Arial"/>
              <a:ea typeface="Arial"/>
              <a:cs typeface="Arial"/>
              <a:sym typeface="Arial"/>
            </a:endParaRPr>
          </a:p>
          <a:p>
            <a:pPr marL="158750" indent="0">
              <a:buNone/>
            </a:pPr>
            <a:r>
              <a:rPr lang="en-US" sz="1200" b="0" i="1" u="none" strike="noStrike" kern="1200" cap="none" dirty="0" smtClean="0">
                <a:solidFill>
                  <a:schemeClr val="tx1"/>
                </a:solidFill>
                <a:effectLst/>
                <a:latin typeface="Arial"/>
                <a:ea typeface="Arial"/>
                <a:cs typeface="Arial"/>
                <a:sym typeface="Arial"/>
              </a:rPr>
              <a:t>FROM student</a:t>
            </a:r>
          </a:p>
          <a:p>
            <a:pPr marL="158750" indent="0">
              <a:buNone/>
            </a:pPr>
            <a:r>
              <a:rPr lang="en-US" sz="1200" b="0" i="1" u="none" strike="noStrike" kern="1200" cap="none" dirty="0" smtClean="0">
                <a:solidFill>
                  <a:schemeClr val="tx1"/>
                </a:solidFill>
                <a:effectLst/>
                <a:latin typeface="Arial"/>
                <a:ea typeface="Arial"/>
                <a:cs typeface="Arial"/>
                <a:sym typeface="Arial"/>
              </a:rPr>
              <a:t>JOIN </a:t>
            </a:r>
            <a:r>
              <a:rPr lang="en-US" sz="1200" b="0" i="1" u="none" strike="noStrike" kern="1200" cap="none" dirty="0" err="1" smtClean="0">
                <a:solidFill>
                  <a:schemeClr val="tx1"/>
                </a:solidFill>
                <a:effectLst/>
                <a:latin typeface="Arial"/>
                <a:ea typeface="Arial"/>
                <a:cs typeface="Arial"/>
                <a:sym typeface="Arial"/>
              </a:rPr>
              <a:t>registered_courses</a:t>
            </a:r>
            <a:r>
              <a:rPr lang="en-US" sz="1200" b="0" i="1" u="none" strike="noStrike" kern="1200" cap="none" dirty="0" smtClean="0">
                <a:solidFill>
                  <a:schemeClr val="tx1"/>
                </a:solidFill>
                <a:effectLst/>
                <a:latin typeface="Arial"/>
                <a:ea typeface="Arial"/>
                <a:cs typeface="Arial"/>
                <a:sym typeface="Arial"/>
              </a:rPr>
              <a:t> ON </a:t>
            </a:r>
            <a:r>
              <a:rPr lang="en-US" sz="1200" b="0" i="1" u="none" strike="noStrike" kern="1200" cap="none" dirty="0" err="1" smtClean="0">
                <a:solidFill>
                  <a:schemeClr val="tx1"/>
                </a:solidFill>
                <a:effectLst/>
                <a:latin typeface="Arial"/>
                <a:ea typeface="Arial"/>
                <a:cs typeface="Arial"/>
                <a:sym typeface="Arial"/>
              </a:rPr>
              <a:t>student.studentID</a:t>
            </a:r>
            <a:r>
              <a:rPr lang="en-US" sz="1200" b="0" i="1" u="none" strike="noStrike" kern="1200" cap="none" dirty="0" smtClean="0">
                <a:solidFill>
                  <a:schemeClr val="tx1"/>
                </a:solidFill>
                <a:effectLst/>
                <a:latin typeface="Arial"/>
                <a:ea typeface="Arial"/>
                <a:cs typeface="Arial"/>
                <a:sym typeface="Arial"/>
              </a:rPr>
              <a:t> = </a:t>
            </a:r>
            <a:r>
              <a:rPr lang="en-US" sz="1200" b="0" i="1" u="none" strike="noStrike" kern="1200" cap="none" dirty="0" err="1" smtClean="0">
                <a:solidFill>
                  <a:schemeClr val="tx1"/>
                </a:solidFill>
                <a:effectLst/>
                <a:latin typeface="Arial"/>
                <a:ea typeface="Arial"/>
                <a:cs typeface="Arial"/>
                <a:sym typeface="Arial"/>
              </a:rPr>
              <a:t>registered_courses.studentID</a:t>
            </a:r>
            <a:r>
              <a:rPr lang="en-US" sz="1200" b="0" i="1" u="none" strike="noStrike" kern="1200" cap="none" dirty="0" smtClean="0">
                <a:solidFill>
                  <a:schemeClr val="tx1"/>
                </a:solidFill>
                <a:effectLst/>
                <a:latin typeface="Arial"/>
                <a:ea typeface="Arial"/>
                <a:cs typeface="Arial"/>
                <a:sym typeface="Arial"/>
              </a:rPr>
              <a:t>;</a:t>
            </a:r>
          </a:p>
          <a:p>
            <a:pPr marL="158750" indent="0">
              <a:buNone/>
            </a:pPr>
            <a:r>
              <a:rPr lang="en-US" sz="1200" b="0" i="1" u="none" strike="noStrike" kern="1200" cap="none" dirty="0" smtClean="0">
                <a:solidFill>
                  <a:schemeClr val="tx1"/>
                </a:solidFill>
                <a:effectLst/>
                <a:latin typeface="Arial"/>
                <a:ea typeface="Arial"/>
                <a:cs typeface="Arial"/>
                <a:sym typeface="Arial"/>
              </a:rPr>
              <a:t> </a:t>
            </a:r>
          </a:p>
          <a:p>
            <a:pPr lvl="0"/>
            <a:r>
              <a:rPr lang="en-US" sz="1200" b="1" i="0" u="none" strike="noStrike" kern="1200" cap="none" dirty="0" smtClean="0">
                <a:solidFill>
                  <a:schemeClr val="tx1"/>
                </a:solidFill>
                <a:effectLst/>
                <a:latin typeface="Arial"/>
                <a:ea typeface="Arial"/>
                <a:cs typeface="Arial"/>
                <a:sym typeface="Arial"/>
              </a:rPr>
              <a:t>2. LEFT JOIN</a:t>
            </a:r>
            <a:endParaRPr lang="en-US" sz="1200" b="0" i="0" u="none" strike="noStrike" kern="1200" cap="none" dirty="0" smtClean="0">
              <a:solidFill>
                <a:schemeClr val="tx1"/>
              </a:solidFill>
              <a:effectLst/>
              <a:latin typeface="Arial"/>
              <a:ea typeface="Arial"/>
              <a:cs typeface="Arial"/>
              <a:sym typeface="Arial"/>
            </a:endParaRPr>
          </a:p>
          <a:p>
            <a:pPr marL="158750" lvl="0" indent="0">
              <a:buNone/>
            </a:pPr>
            <a:r>
              <a:rPr lang="en-US" sz="1200" b="0" i="0" u="none" strike="noStrike" kern="1200" cap="none" dirty="0" smtClean="0">
                <a:solidFill>
                  <a:schemeClr val="tx1"/>
                </a:solidFill>
                <a:effectLst/>
                <a:latin typeface="Arial"/>
                <a:ea typeface="Arial"/>
                <a:cs typeface="Arial"/>
                <a:sym typeface="Arial"/>
              </a:rPr>
              <a:t>Returns </a:t>
            </a:r>
            <a:r>
              <a:rPr lang="en-US" sz="1200" b="1" i="0" u="none" strike="noStrike" kern="1200" cap="none" dirty="0" smtClean="0">
                <a:solidFill>
                  <a:schemeClr val="tx1"/>
                </a:solidFill>
                <a:effectLst/>
                <a:latin typeface="Arial"/>
                <a:ea typeface="Arial"/>
                <a:cs typeface="Arial"/>
                <a:sym typeface="Arial"/>
              </a:rPr>
              <a:t>all rows from the left table</a:t>
            </a:r>
            <a:r>
              <a:rPr lang="en-US" sz="1200" b="0" i="0" u="none" strike="noStrike" kern="1200" cap="none" dirty="0" smtClean="0">
                <a:solidFill>
                  <a:schemeClr val="tx1"/>
                </a:solidFill>
                <a:effectLst/>
                <a:latin typeface="Arial"/>
                <a:ea typeface="Arial"/>
                <a:cs typeface="Arial"/>
                <a:sym typeface="Arial"/>
              </a:rPr>
              <a:t>, and the </a:t>
            </a:r>
            <a:r>
              <a:rPr lang="en-US" sz="1200" b="1" i="0" u="none" strike="noStrike" kern="1200" cap="none" dirty="0" smtClean="0">
                <a:solidFill>
                  <a:schemeClr val="tx1"/>
                </a:solidFill>
                <a:effectLst/>
                <a:latin typeface="Arial"/>
                <a:ea typeface="Arial"/>
                <a:cs typeface="Arial"/>
                <a:sym typeface="Arial"/>
              </a:rPr>
              <a:t>matching rows</a:t>
            </a:r>
            <a:r>
              <a:rPr lang="en-US" sz="1200" b="0" i="0" u="none" strike="noStrike" kern="1200" cap="none" dirty="0" smtClean="0">
                <a:solidFill>
                  <a:schemeClr val="tx1"/>
                </a:solidFill>
                <a:effectLst/>
                <a:latin typeface="Arial"/>
                <a:ea typeface="Arial"/>
                <a:cs typeface="Arial"/>
                <a:sym typeface="Arial"/>
              </a:rPr>
              <a:t> from the right table.</a:t>
            </a:r>
          </a:p>
          <a:p>
            <a:pPr marL="158750" lvl="0" indent="0">
              <a:buNone/>
            </a:pPr>
            <a:r>
              <a:rPr lang="en-US" sz="1200" b="0" i="0" u="none" strike="noStrike" kern="1200" cap="none" dirty="0" smtClean="0">
                <a:solidFill>
                  <a:schemeClr val="tx1"/>
                </a:solidFill>
                <a:effectLst/>
                <a:latin typeface="Arial"/>
                <a:ea typeface="Arial"/>
                <a:cs typeface="Arial"/>
                <a:sym typeface="Arial"/>
              </a:rPr>
              <a:t>If there’s no match, it fills with NULL.</a:t>
            </a:r>
          </a:p>
          <a:p>
            <a:pPr marL="158750" lvl="0" indent="0">
              <a:buNone/>
            </a:pPr>
            <a:endParaRPr lang="en-US" sz="1200" b="0" i="0" u="none" strike="noStrike" kern="1200" cap="none" dirty="0" smtClean="0">
              <a:solidFill>
                <a:schemeClr val="tx1"/>
              </a:solidFill>
              <a:effectLst/>
              <a:latin typeface="Arial"/>
              <a:ea typeface="Arial"/>
              <a:cs typeface="Arial"/>
              <a:sym typeface="Arial"/>
            </a:endParaRPr>
          </a:p>
          <a:p>
            <a:pPr marL="158750" lvl="0" indent="0">
              <a:buNone/>
            </a:pPr>
            <a:r>
              <a:rPr lang="en-US" sz="1200" b="0" i="0" u="none" strike="noStrike" kern="1200" cap="none" dirty="0" smtClean="0">
                <a:solidFill>
                  <a:schemeClr val="tx1"/>
                </a:solidFill>
                <a:effectLst/>
                <a:latin typeface="Arial"/>
                <a:ea typeface="Arial"/>
                <a:cs typeface="Arial"/>
                <a:sym typeface="Arial"/>
              </a:rPr>
              <a:t>Example: list all students, even those not registered in any course.</a:t>
            </a:r>
          </a:p>
          <a:p>
            <a:pPr marL="158750" indent="0">
              <a:buNone/>
            </a:pPr>
            <a:r>
              <a:rPr lang="en-US" sz="1200" b="0" i="1" u="none" strike="noStrike" kern="1200" cap="none" dirty="0" smtClean="0">
                <a:solidFill>
                  <a:schemeClr val="tx1"/>
                </a:solidFill>
                <a:effectLst/>
                <a:latin typeface="Arial"/>
                <a:ea typeface="Arial"/>
                <a:cs typeface="Arial"/>
                <a:sym typeface="Arial"/>
              </a:rPr>
              <a:t>SELECT student.name, </a:t>
            </a:r>
            <a:r>
              <a:rPr lang="en-US" sz="1200" b="0" i="1" u="none" strike="noStrike" kern="1200" cap="none" dirty="0" err="1" smtClean="0">
                <a:solidFill>
                  <a:schemeClr val="tx1"/>
                </a:solidFill>
                <a:effectLst/>
                <a:latin typeface="Arial"/>
                <a:ea typeface="Arial"/>
                <a:cs typeface="Arial"/>
                <a:sym typeface="Arial"/>
              </a:rPr>
              <a:t>courses.courseName</a:t>
            </a:r>
            <a:endParaRPr lang="en-US" sz="1200" b="0" i="1" u="none" strike="noStrike" kern="1200" cap="none" dirty="0" smtClean="0">
              <a:solidFill>
                <a:schemeClr val="tx1"/>
              </a:solidFill>
              <a:effectLst/>
              <a:latin typeface="Arial"/>
              <a:ea typeface="Arial"/>
              <a:cs typeface="Arial"/>
              <a:sym typeface="Arial"/>
            </a:endParaRPr>
          </a:p>
          <a:p>
            <a:pPr marL="158750" indent="0">
              <a:buNone/>
            </a:pPr>
            <a:r>
              <a:rPr lang="en-US" sz="1200" b="0" i="1" u="none" strike="noStrike" kern="1200" cap="none" dirty="0" smtClean="0">
                <a:solidFill>
                  <a:schemeClr val="tx1"/>
                </a:solidFill>
                <a:effectLst/>
                <a:latin typeface="Arial"/>
                <a:ea typeface="Arial"/>
                <a:cs typeface="Arial"/>
                <a:sym typeface="Arial"/>
              </a:rPr>
              <a:t>FROM student</a:t>
            </a:r>
          </a:p>
          <a:p>
            <a:pPr marL="158750" indent="0">
              <a:buNone/>
            </a:pPr>
            <a:r>
              <a:rPr lang="en-US" sz="1200" b="0" i="1" u="none" strike="noStrike" kern="1200" cap="none" dirty="0" smtClean="0">
                <a:solidFill>
                  <a:schemeClr val="tx1"/>
                </a:solidFill>
                <a:effectLst/>
                <a:latin typeface="Arial"/>
                <a:ea typeface="Arial"/>
                <a:cs typeface="Arial"/>
                <a:sym typeface="Arial"/>
              </a:rPr>
              <a:t>LEFT JOIN </a:t>
            </a:r>
            <a:r>
              <a:rPr lang="en-US" sz="1200" b="0" i="1" u="none" strike="noStrike" kern="1200" cap="none" dirty="0" err="1" smtClean="0">
                <a:solidFill>
                  <a:schemeClr val="tx1"/>
                </a:solidFill>
                <a:effectLst/>
                <a:latin typeface="Arial"/>
                <a:ea typeface="Arial"/>
                <a:cs typeface="Arial"/>
                <a:sym typeface="Arial"/>
              </a:rPr>
              <a:t>registered_courses</a:t>
            </a:r>
            <a:r>
              <a:rPr lang="en-US" sz="1200" b="0" i="1" u="none" strike="noStrike" kern="1200" cap="none" dirty="0" smtClean="0">
                <a:solidFill>
                  <a:schemeClr val="tx1"/>
                </a:solidFill>
                <a:effectLst/>
                <a:latin typeface="Arial"/>
                <a:ea typeface="Arial"/>
                <a:cs typeface="Arial"/>
                <a:sym typeface="Arial"/>
              </a:rPr>
              <a:t> ON </a:t>
            </a:r>
            <a:r>
              <a:rPr lang="en-US" sz="1200" b="0" i="1" u="none" strike="noStrike" kern="1200" cap="none" dirty="0" err="1" smtClean="0">
                <a:solidFill>
                  <a:schemeClr val="tx1"/>
                </a:solidFill>
                <a:effectLst/>
                <a:latin typeface="Arial"/>
                <a:ea typeface="Arial"/>
                <a:cs typeface="Arial"/>
                <a:sym typeface="Arial"/>
              </a:rPr>
              <a:t>student.studentID</a:t>
            </a:r>
            <a:r>
              <a:rPr lang="en-US" sz="1200" b="0" i="1" u="none" strike="noStrike" kern="1200" cap="none" dirty="0" smtClean="0">
                <a:solidFill>
                  <a:schemeClr val="tx1"/>
                </a:solidFill>
                <a:effectLst/>
                <a:latin typeface="Arial"/>
                <a:ea typeface="Arial"/>
                <a:cs typeface="Arial"/>
                <a:sym typeface="Arial"/>
              </a:rPr>
              <a:t> = </a:t>
            </a:r>
            <a:r>
              <a:rPr lang="en-US" sz="1200" b="0" i="1" u="none" strike="noStrike" kern="1200" cap="none" dirty="0" err="1" smtClean="0">
                <a:solidFill>
                  <a:schemeClr val="tx1"/>
                </a:solidFill>
                <a:effectLst/>
                <a:latin typeface="Arial"/>
                <a:ea typeface="Arial"/>
                <a:cs typeface="Arial"/>
                <a:sym typeface="Arial"/>
              </a:rPr>
              <a:t>registered_courses.studentID</a:t>
            </a:r>
            <a:r>
              <a:rPr lang="en-US" sz="1200" b="0" i="1" u="none" strike="noStrike" kern="1200" cap="none" dirty="0" smtClean="0">
                <a:solidFill>
                  <a:schemeClr val="tx1"/>
                </a:solidFill>
                <a:effectLst/>
                <a:latin typeface="Arial"/>
                <a:ea typeface="Arial"/>
                <a:cs typeface="Arial"/>
                <a:sym typeface="Arial"/>
              </a:rPr>
              <a:t>;</a:t>
            </a:r>
          </a:p>
          <a:p>
            <a:pPr marL="158750" indent="0">
              <a:buNone/>
            </a:pPr>
            <a:r>
              <a:rPr lang="en-US" sz="1200" b="1" i="0" u="none" strike="noStrike" kern="1200" cap="none" dirty="0" smtClean="0">
                <a:solidFill>
                  <a:schemeClr val="tx1"/>
                </a:solidFill>
                <a:effectLst/>
                <a:latin typeface="Arial"/>
                <a:ea typeface="Arial"/>
                <a:cs typeface="Arial"/>
                <a:sym typeface="Arial"/>
              </a:rPr>
              <a:t> </a:t>
            </a:r>
            <a:endParaRPr lang="en-US" sz="1200" b="0" i="0" u="none" strike="noStrike" kern="1200" cap="none" dirty="0" smtClean="0">
              <a:solidFill>
                <a:schemeClr val="tx1"/>
              </a:solidFill>
              <a:effectLst/>
              <a:latin typeface="Arial"/>
              <a:ea typeface="Arial"/>
              <a:cs typeface="Arial"/>
              <a:sym typeface="Arial"/>
            </a:endParaRPr>
          </a:p>
          <a:p>
            <a:pPr lvl="0"/>
            <a:r>
              <a:rPr lang="en-US" sz="1200" b="1" i="0" u="none" strike="noStrike" kern="1200" cap="none" dirty="0" smtClean="0">
                <a:solidFill>
                  <a:schemeClr val="tx1"/>
                </a:solidFill>
                <a:effectLst/>
                <a:latin typeface="Arial"/>
                <a:ea typeface="Arial"/>
                <a:cs typeface="Arial"/>
                <a:sym typeface="Arial"/>
              </a:rPr>
              <a:t>3. RIGHT JOIN</a:t>
            </a:r>
            <a:endParaRPr lang="en-US" sz="1200" b="0" i="0" u="none" strike="noStrike" kern="1200" cap="none" dirty="0" smtClean="0">
              <a:solidFill>
                <a:schemeClr val="tx1"/>
              </a:solidFill>
              <a:effectLst/>
              <a:latin typeface="Arial"/>
              <a:ea typeface="Arial"/>
              <a:cs typeface="Arial"/>
              <a:sym typeface="Arial"/>
            </a:endParaRPr>
          </a:p>
          <a:p>
            <a:pPr marL="158750" lvl="0" indent="0">
              <a:buNone/>
            </a:pPr>
            <a:r>
              <a:rPr lang="en-US" sz="1200" b="0" i="0" u="none" strike="noStrike" kern="1200" cap="none" dirty="0" smtClean="0">
                <a:solidFill>
                  <a:schemeClr val="tx1"/>
                </a:solidFill>
                <a:effectLst/>
                <a:latin typeface="Arial"/>
                <a:ea typeface="Arial"/>
                <a:cs typeface="Arial"/>
                <a:sym typeface="Arial"/>
              </a:rPr>
              <a:t>Opposite of LEFT JOIN → </a:t>
            </a:r>
            <a:r>
              <a:rPr lang="en-US" sz="1200" b="1" i="0" u="none" strike="noStrike" kern="1200" cap="none" dirty="0" smtClean="0">
                <a:solidFill>
                  <a:schemeClr val="tx1"/>
                </a:solidFill>
                <a:effectLst/>
                <a:latin typeface="Arial"/>
                <a:ea typeface="Arial"/>
                <a:cs typeface="Arial"/>
                <a:sym typeface="Arial"/>
              </a:rPr>
              <a:t>all rows from the right table</a:t>
            </a:r>
            <a:r>
              <a:rPr lang="en-US" sz="1200" b="0" i="0" u="none" strike="noStrike" kern="1200" cap="none" dirty="0" smtClean="0">
                <a:solidFill>
                  <a:schemeClr val="tx1"/>
                </a:solidFill>
                <a:effectLst/>
                <a:latin typeface="Arial"/>
                <a:ea typeface="Arial"/>
                <a:cs typeface="Arial"/>
                <a:sym typeface="Arial"/>
              </a:rPr>
              <a:t>, and matching from the left.</a:t>
            </a:r>
          </a:p>
          <a:p>
            <a:pPr marL="158750" lvl="0" indent="0">
              <a:buNone/>
            </a:pPr>
            <a:r>
              <a:rPr lang="en-US" sz="1200" b="0" i="0" u="none" strike="noStrike" kern="1200" cap="none" dirty="0" smtClean="0">
                <a:solidFill>
                  <a:schemeClr val="tx1"/>
                </a:solidFill>
                <a:effectLst/>
                <a:latin typeface="Arial"/>
                <a:ea typeface="Arial"/>
                <a:cs typeface="Arial"/>
                <a:sym typeface="Arial"/>
              </a:rPr>
              <a:t>Note: SQLite itself does not support RIGHT JOIN directly, but it exists in other SQL systems (MySQL, PostgreSQL). You can simulate it using a LEFT JOIN with swapped tables.</a:t>
            </a:r>
          </a:p>
          <a:p>
            <a:pPr marL="158750" indent="0">
              <a:buNone/>
            </a:pPr>
            <a:r>
              <a:rPr lang="en-US" sz="1200" b="0" i="0" u="none" strike="noStrike" kern="1200" cap="none" dirty="0" smtClean="0">
                <a:solidFill>
                  <a:schemeClr val="tx1"/>
                </a:solidFill>
                <a:effectLst/>
                <a:latin typeface="Arial"/>
                <a:ea typeface="Arial"/>
                <a:cs typeface="Arial"/>
                <a:sym typeface="Arial"/>
              </a:rPr>
              <a:t> </a:t>
            </a:r>
          </a:p>
          <a:p>
            <a:pPr lvl="0"/>
            <a:r>
              <a:rPr lang="en-US" sz="1200" b="1" i="0" u="none" strike="noStrike" kern="1200" cap="none" dirty="0" smtClean="0">
                <a:solidFill>
                  <a:schemeClr val="tx1"/>
                </a:solidFill>
                <a:effectLst/>
                <a:latin typeface="Arial"/>
                <a:ea typeface="Arial"/>
                <a:cs typeface="Arial"/>
                <a:sym typeface="Arial"/>
              </a:rPr>
              <a:t>4. CROSS JOIN</a:t>
            </a:r>
            <a:endParaRPr lang="en-US" sz="1200" b="0" i="0" u="none" strike="noStrike" kern="1200" cap="none" dirty="0" smtClean="0">
              <a:solidFill>
                <a:schemeClr val="tx1"/>
              </a:solidFill>
              <a:effectLst/>
              <a:latin typeface="Arial"/>
              <a:ea typeface="Arial"/>
              <a:cs typeface="Arial"/>
              <a:sym typeface="Arial"/>
            </a:endParaRPr>
          </a:p>
          <a:p>
            <a:pPr marL="158750" lvl="0" indent="0">
              <a:buNone/>
            </a:pPr>
            <a:r>
              <a:rPr lang="en-US" sz="1200" b="0" i="0" u="none" strike="noStrike" kern="1200" cap="none" dirty="0" smtClean="0">
                <a:solidFill>
                  <a:schemeClr val="tx1"/>
                </a:solidFill>
                <a:effectLst/>
                <a:latin typeface="Arial"/>
                <a:ea typeface="Arial"/>
                <a:cs typeface="Arial"/>
                <a:sym typeface="Arial"/>
              </a:rPr>
              <a:t>Returns the </a:t>
            </a:r>
            <a:r>
              <a:rPr lang="en-US" sz="1200" b="1" i="0" u="none" strike="noStrike" kern="1200" cap="none" dirty="0" smtClean="0">
                <a:solidFill>
                  <a:schemeClr val="tx1"/>
                </a:solidFill>
                <a:effectLst/>
                <a:latin typeface="Arial"/>
                <a:ea typeface="Arial"/>
                <a:cs typeface="Arial"/>
                <a:sym typeface="Arial"/>
              </a:rPr>
              <a:t>Cartesian product</a:t>
            </a:r>
            <a:r>
              <a:rPr lang="en-US" sz="1200" b="0" i="0" u="none" strike="noStrike" kern="1200" cap="none" dirty="0" smtClean="0">
                <a:solidFill>
                  <a:schemeClr val="tx1"/>
                </a:solidFill>
                <a:effectLst/>
                <a:latin typeface="Arial"/>
                <a:ea typeface="Arial"/>
                <a:cs typeface="Arial"/>
                <a:sym typeface="Arial"/>
              </a:rPr>
              <a:t> of the two tables → every row from table1 combined with every row from table2.</a:t>
            </a:r>
          </a:p>
          <a:p>
            <a:pPr marL="158750" lvl="0" indent="0">
              <a:buNone/>
            </a:pPr>
            <a:endParaRPr lang="en-US" sz="1200" b="0" i="0" u="none" strike="noStrike" kern="1200" cap="none" dirty="0" smtClean="0">
              <a:solidFill>
                <a:schemeClr val="tx1"/>
              </a:solidFill>
              <a:effectLst/>
              <a:latin typeface="Arial"/>
              <a:ea typeface="Arial"/>
              <a:cs typeface="Arial"/>
              <a:sym typeface="Arial"/>
            </a:endParaRPr>
          </a:p>
          <a:p>
            <a:pPr marL="158750" lvl="0" indent="0">
              <a:buNone/>
            </a:pPr>
            <a:r>
              <a:rPr lang="en-US" sz="1200" b="0" i="0" u="none" strike="noStrike" kern="1200" cap="none" dirty="0" smtClean="0">
                <a:solidFill>
                  <a:schemeClr val="tx1"/>
                </a:solidFill>
                <a:effectLst/>
                <a:latin typeface="Arial"/>
                <a:ea typeface="Arial"/>
                <a:cs typeface="Arial"/>
                <a:sym typeface="Arial"/>
              </a:rPr>
              <a:t>Example: every student combined with every course (even if not registered).</a:t>
            </a:r>
          </a:p>
          <a:p>
            <a:pPr marL="158750" lvl="0" indent="0">
              <a:buNone/>
            </a:pPr>
            <a:r>
              <a:rPr lang="en-US" sz="1200" b="0" i="0" u="none" strike="noStrike" kern="1200" cap="none" dirty="0" smtClean="0">
                <a:solidFill>
                  <a:schemeClr val="tx1"/>
                </a:solidFill>
                <a:effectLst/>
                <a:latin typeface="Arial"/>
                <a:ea typeface="Arial"/>
                <a:cs typeface="Arial"/>
                <a:sym typeface="Arial"/>
              </a:rPr>
              <a:t>Usually not used unless for testing or generating combinations.</a:t>
            </a:r>
          </a:p>
          <a:p>
            <a:pPr marL="158750" indent="0">
              <a:buNone/>
            </a:pPr>
            <a:r>
              <a:rPr lang="en-US" sz="1200" b="0" i="1" u="none" strike="noStrike" kern="1200" cap="none" dirty="0" smtClean="0">
                <a:solidFill>
                  <a:schemeClr val="tx1"/>
                </a:solidFill>
                <a:effectLst/>
                <a:latin typeface="Arial"/>
                <a:ea typeface="Arial"/>
                <a:cs typeface="Arial"/>
                <a:sym typeface="Arial"/>
              </a:rPr>
              <a:t>SELECT student.name, </a:t>
            </a:r>
            <a:r>
              <a:rPr lang="en-US" sz="1200" b="0" i="1" u="none" strike="noStrike" kern="1200" cap="none" dirty="0" err="1" smtClean="0">
                <a:solidFill>
                  <a:schemeClr val="tx1"/>
                </a:solidFill>
                <a:effectLst/>
                <a:latin typeface="Arial"/>
                <a:ea typeface="Arial"/>
                <a:cs typeface="Arial"/>
                <a:sym typeface="Arial"/>
              </a:rPr>
              <a:t>courses.courseName</a:t>
            </a:r>
            <a:endParaRPr lang="en-US" sz="1200" b="0" i="1" u="none" strike="noStrike" kern="1200" cap="none" dirty="0" smtClean="0">
              <a:solidFill>
                <a:schemeClr val="tx1"/>
              </a:solidFill>
              <a:effectLst/>
              <a:latin typeface="Arial"/>
              <a:ea typeface="Arial"/>
              <a:cs typeface="Arial"/>
              <a:sym typeface="Arial"/>
            </a:endParaRPr>
          </a:p>
          <a:p>
            <a:pPr marL="158750" indent="0">
              <a:buNone/>
            </a:pPr>
            <a:r>
              <a:rPr lang="en-US" sz="1200" b="0" i="1" u="none" strike="noStrike" kern="1200" cap="none" dirty="0" smtClean="0">
                <a:solidFill>
                  <a:schemeClr val="tx1"/>
                </a:solidFill>
                <a:effectLst/>
                <a:latin typeface="Arial"/>
                <a:ea typeface="Arial"/>
                <a:cs typeface="Arial"/>
                <a:sym typeface="Arial"/>
              </a:rPr>
              <a:t>FROM student</a:t>
            </a:r>
          </a:p>
          <a:p>
            <a:pPr marL="158750" indent="0">
              <a:buNone/>
            </a:pPr>
            <a:r>
              <a:rPr lang="en-US" sz="1200" b="0" i="1" u="none" strike="noStrike" kern="1200" cap="none" dirty="0" smtClean="0">
                <a:solidFill>
                  <a:schemeClr val="tx1"/>
                </a:solidFill>
                <a:effectLst/>
                <a:latin typeface="Arial"/>
                <a:ea typeface="Arial"/>
                <a:cs typeface="Arial"/>
                <a:sym typeface="Arial"/>
              </a:rPr>
              <a:t>CROSS JOIN courses;</a:t>
            </a:r>
          </a:p>
          <a:p>
            <a:endParaRPr lang="en-US" sz="1200" b="0" i="1" u="none" strike="noStrike" kern="1200" cap="none" dirty="0" smtClean="0">
              <a:solidFill>
                <a:schemeClr val="tx1"/>
              </a:solidFill>
              <a:effectLst/>
              <a:latin typeface="Arial"/>
              <a:ea typeface="Arial"/>
              <a:cs typeface="Arial"/>
              <a:sym typeface="Arial"/>
            </a:endParaRPr>
          </a:p>
          <a:p>
            <a:pPr marL="158750" indent="0">
              <a:buNone/>
            </a:pPr>
            <a:endParaRPr lang="en-US" sz="1200" b="0" i="1" u="none" strike="noStrike" kern="1200" cap="none" dirty="0" smtClean="0">
              <a:solidFill>
                <a:schemeClr val="tx1"/>
              </a:solidFill>
              <a:effectLst/>
              <a:latin typeface="Arial"/>
              <a:ea typeface="Arial"/>
              <a:cs typeface="Arial"/>
              <a:sym typeface="Arial"/>
            </a:endParaRPr>
          </a:p>
          <a:p>
            <a:r>
              <a:rPr lang="en-US" sz="1200" b="1" i="0" u="none" strike="noStrike" kern="1200" cap="none" dirty="0" smtClean="0">
                <a:solidFill>
                  <a:schemeClr val="tx1"/>
                </a:solidFill>
                <a:effectLst/>
                <a:latin typeface="Arial"/>
                <a:ea typeface="Arial"/>
                <a:cs typeface="Arial"/>
                <a:sym typeface="Arial"/>
              </a:rPr>
              <a:t>GROUP BY (with Aggregate Functions)</a:t>
            </a:r>
          </a:p>
          <a:p>
            <a:pPr marL="158750" lvl="0" indent="0">
              <a:buNone/>
            </a:pPr>
            <a:r>
              <a:rPr lang="en-US" sz="1200" b="0" i="0" u="none" strike="noStrike" kern="1200" cap="none" dirty="0" smtClean="0">
                <a:solidFill>
                  <a:schemeClr val="tx1"/>
                </a:solidFill>
                <a:effectLst/>
                <a:latin typeface="Arial"/>
                <a:ea typeface="Arial"/>
                <a:cs typeface="Arial"/>
                <a:sym typeface="Arial"/>
              </a:rPr>
              <a:t>Groups rows based on a column and then performs </a:t>
            </a:r>
            <a:r>
              <a:rPr lang="en-US" sz="1200" b="1" i="0" u="none" strike="noStrike" kern="1200" cap="none" dirty="0" smtClean="0">
                <a:solidFill>
                  <a:schemeClr val="tx1"/>
                </a:solidFill>
                <a:effectLst/>
                <a:latin typeface="Arial"/>
                <a:ea typeface="Arial"/>
                <a:cs typeface="Arial"/>
                <a:sym typeface="Arial"/>
              </a:rPr>
              <a:t>calculations</a:t>
            </a:r>
            <a:r>
              <a:rPr lang="en-US" sz="1200" b="0" i="0" u="none" strike="noStrike" kern="1200" cap="none" dirty="0" smtClean="0">
                <a:solidFill>
                  <a:schemeClr val="tx1"/>
                </a:solidFill>
                <a:effectLst/>
                <a:latin typeface="Arial"/>
                <a:ea typeface="Arial"/>
                <a:cs typeface="Arial"/>
                <a:sym typeface="Arial"/>
              </a:rPr>
              <a:t> on each group.</a:t>
            </a:r>
          </a:p>
          <a:p>
            <a:pPr marL="158750" lvl="0" indent="0">
              <a:buNone/>
            </a:pPr>
            <a:r>
              <a:rPr lang="en-US" sz="1200" b="0" i="0" u="none" strike="noStrike" kern="1200" cap="none" dirty="0" smtClean="0">
                <a:solidFill>
                  <a:schemeClr val="tx1"/>
                </a:solidFill>
                <a:effectLst/>
                <a:latin typeface="Arial"/>
                <a:ea typeface="Arial"/>
                <a:cs typeface="Arial"/>
                <a:sym typeface="Arial"/>
              </a:rPr>
              <a:t>Common aggregate functions:</a:t>
            </a:r>
          </a:p>
          <a:p>
            <a:pPr lvl="1"/>
            <a:r>
              <a:rPr lang="en-US" sz="1200" b="0" i="0" u="none" strike="noStrike" kern="1200" cap="none" dirty="0" smtClean="0">
                <a:solidFill>
                  <a:schemeClr val="tx1"/>
                </a:solidFill>
                <a:effectLst/>
                <a:latin typeface="Arial"/>
                <a:ea typeface="Arial"/>
                <a:cs typeface="Arial"/>
                <a:sym typeface="Arial"/>
              </a:rPr>
              <a:t>COUNT() → number of rows in group</a:t>
            </a:r>
          </a:p>
          <a:p>
            <a:pPr lvl="1"/>
            <a:r>
              <a:rPr lang="en-US" sz="1200" b="0" i="0" u="none" strike="noStrike" kern="1200" cap="none" dirty="0" smtClean="0">
                <a:solidFill>
                  <a:schemeClr val="tx1"/>
                </a:solidFill>
                <a:effectLst/>
                <a:latin typeface="Arial"/>
                <a:ea typeface="Arial"/>
                <a:cs typeface="Arial"/>
                <a:sym typeface="Arial"/>
              </a:rPr>
              <a:t>AVG() → average</a:t>
            </a:r>
          </a:p>
          <a:p>
            <a:pPr lvl="1"/>
            <a:r>
              <a:rPr lang="en-US" sz="1200" b="0" i="0" u="none" strike="noStrike" kern="1200" cap="none" dirty="0" smtClean="0">
                <a:solidFill>
                  <a:schemeClr val="tx1"/>
                </a:solidFill>
                <a:effectLst/>
                <a:latin typeface="Arial"/>
                <a:ea typeface="Arial"/>
                <a:cs typeface="Arial"/>
                <a:sym typeface="Arial"/>
              </a:rPr>
              <a:t>MAX() → maximum</a:t>
            </a:r>
          </a:p>
          <a:p>
            <a:pPr lvl="1"/>
            <a:r>
              <a:rPr lang="en-US" sz="1200" b="0" i="0" u="none" strike="noStrike" kern="1200" cap="none" dirty="0" smtClean="0">
                <a:solidFill>
                  <a:schemeClr val="tx1"/>
                </a:solidFill>
                <a:effectLst/>
                <a:latin typeface="Arial"/>
                <a:ea typeface="Arial"/>
                <a:cs typeface="Arial"/>
                <a:sym typeface="Arial"/>
              </a:rPr>
              <a:t>MIN() → minimum</a:t>
            </a:r>
          </a:p>
          <a:p>
            <a:pPr lvl="1"/>
            <a:r>
              <a:rPr lang="en-US" sz="1200" b="0" i="0" u="none" strike="noStrike" kern="1200" cap="none" dirty="0" smtClean="0">
                <a:solidFill>
                  <a:schemeClr val="tx1"/>
                </a:solidFill>
                <a:effectLst/>
                <a:latin typeface="Arial"/>
                <a:ea typeface="Arial"/>
                <a:cs typeface="Arial"/>
                <a:sym typeface="Arial"/>
              </a:rPr>
              <a:t>SUM() → sum</a:t>
            </a:r>
          </a:p>
          <a:p>
            <a:pPr lvl="1"/>
            <a:endParaRPr lang="en-US" sz="1200" b="0" i="0" u="none" strike="noStrike" kern="1200" cap="none" dirty="0" smtClean="0">
              <a:solidFill>
                <a:schemeClr val="tx1"/>
              </a:solidFill>
              <a:effectLst/>
              <a:latin typeface="Arial"/>
              <a:ea typeface="Arial"/>
              <a:cs typeface="Arial"/>
              <a:sym typeface="Arial"/>
            </a:endParaRPr>
          </a:p>
          <a:p>
            <a:r>
              <a:rPr lang="en-US" sz="1200" b="0" i="0" u="none" strike="noStrike" kern="1200" cap="none" dirty="0" smtClean="0">
                <a:solidFill>
                  <a:schemeClr val="tx1"/>
                </a:solidFill>
                <a:effectLst/>
                <a:latin typeface="Arial"/>
                <a:ea typeface="Arial"/>
                <a:cs typeface="Arial"/>
                <a:sym typeface="Arial"/>
              </a:rPr>
              <a:t>Example 1: Count students per age</a:t>
            </a:r>
          </a:p>
          <a:p>
            <a:pPr lvl="1"/>
            <a:r>
              <a:rPr lang="en-US" sz="1200" b="0" i="1" u="none" strike="noStrike" kern="1200" cap="none" dirty="0" smtClean="0">
                <a:solidFill>
                  <a:schemeClr val="tx1"/>
                </a:solidFill>
                <a:effectLst/>
                <a:latin typeface="Arial"/>
                <a:ea typeface="Arial"/>
                <a:cs typeface="Arial"/>
                <a:sym typeface="Arial"/>
              </a:rPr>
              <a:t>SELECT age, COUNT(</a:t>
            </a:r>
            <a:r>
              <a:rPr lang="en-US" sz="1200" b="0" i="1" u="none" strike="noStrike" kern="1200" cap="none" dirty="0" err="1" smtClean="0">
                <a:solidFill>
                  <a:schemeClr val="tx1"/>
                </a:solidFill>
                <a:effectLst/>
                <a:latin typeface="Arial"/>
                <a:ea typeface="Arial"/>
                <a:cs typeface="Arial"/>
                <a:sym typeface="Arial"/>
              </a:rPr>
              <a:t>studentID</a:t>
            </a:r>
            <a:r>
              <a:rPr lang="en-US" sz="1200" b="0" i="1" u="none" strike="noStrike" kern="1200" cap="none" dirty="0" smtClean="0">
                <a:solidFill>
                  <a:schemeClr val="tx1"/>
                </a:solidFill>
                <a:effectLst/>
                <a:latin typeface="Arial"/>
                <a:ea typeface="Arial"/>
                <a:cs typeface="Arial"/>
                <a:sym typeface="Arial"/>
              </a:rPr>
              <a:t>)</a:t>
            </a:r>
          </a:p>
          <a:p>
            <a:pPr lvl="1"/>
            <a:r>
              <a:rPr lang="en-US" sz="1200" b="0" i="1" u="none" strike="noStrike" kern="1200" cap="none" dirty="0" smtClean="0">
                <a:solidFill>
                  <a:schemeClr val="tx1"/>
                </a:solidFill>
                <a:effectLst/>
                <a:latin typeface="Arial"/>
                <a:ea typeface="Arial"/>
                <a:cs typeface="Arial"/>
                <a:sym typeface="Arial"/>
              </a:rPr>
              <a:t>FROM student</a:t>
            </a:r>
          </a:p>
          <a:p>
            <a:pPr lvl="1"/>
            <a:r>
              <a:rPr lang="en-US" sz="1200" b="0" i="1" u="none" strike="noStrike" kern="1200" cap="none" dirty="0" smtClean="0">
                <a:solidFill>
                  <a:schemeClr val="tx1"/>
                </a:solidFill>
                <a:effectLst/>
                <a:latin typeface="Arial"/>
                <a:ea typeface="Arial"/>
                <a:cs typeface="Arial"/>
                <a:sym typeface="Arial"/>
              </a:rPr>
              <a:t>GROUP BY age;</a:t>
            </a:r>
          </a:p>
          <a:p>
            <a:pPr lvl="1"/>
            <a:endParaRPr lang="en-US" sz="1200" b="0" i="1" u="none" strike="noStrike" kern="1200" cap="none" dirty="0" smtClean="0">
              <a:solidFill>
                <a:schemeClr val="tx1"/>
              </a:solidFill>
              <a:effectLst/>
              <a:latin typeface="Arial"/>
              <a:ea typeface="Arial"/>
              <a:cs typeface="Arial"/>
              <a:sym typeface="Arial"/>
            </a:endParaRPr>
          </a:p>
          <a:p>
            <a:r>
              <a:rPr lang="en-US" sz="1200" b="0" i="0" u="none" strike="noStrike" kern="1200" cap="none" dirty="0" smtClean="0">
                <a:solidFill>
                  <a:schemeClr val="tx1"/>
                </a:solidFill>
                <a:effectLst/>
                <a:latin typeface="Arial"/>
                <a:ea typeface="Arial"/>
                <a:cs typeface="Arial"/>
                <a:sym typeface="Arial"/>
              </a:rPr>
              <a:t>Example 2: Average grade per student</a:t>
            </a:r>
          </a:p>
          <a:p>
            <a:pPr lvl="1"/>
            <a:r>
              <a:rPr lang="en-US" sz="1200" b="0" i="1" u="none" strike="noStrike" kern="1200" cap="none" dirty="0" smtClean="0">
                <a:solidFill>
                  <a:schemeClr val="tx1"/>
                </a:solidFill>
                <a:effectLst/>
                <a:latin typeface="Arial"/>
                <a:ea typeface="Arial"/>
                <a:cs typeface="Arial"/>
                <a:sym typeface="Arial"/>
              </a:rPr>
              <a:t>SELECT </a:t>
            </a:r>
            <a:r>
              <a:rPr lang="en-US" sz="1200" b="0" i="1" u="none" strike="noStrike" kern="1200" cap="none" dirty="0" err="1" smtClean="0">
                <a:solidFill>
                  <a:schemeClr val="tx1"/>
                </a:solidFill>
                <a:effectLst/>
                <a:latin typeface="Arial"/>
                <a:ea typeface="Arial"/>
                <a:cs typeface="Arial"/>
                <a:sym typeface="Arial"/>
              </a:rPr>
              <a:t>studentID</a:t>
            </a:r>
            <a:r>
              <a:rPr lang="en-US" sz="1200" b="0" i="1" u="none" strike="noStrike" kern="1200" cap="none" dirty="0" smtClean="0">
                <a:solidFill>
                  <a:schemeClr val="tx1"/>
                </a:solidFill>
                <a:effectLst/>
                <a:latin typeface="Arial"/>
                <a:ea typeface="Arial"/>
                <a:cs typeface="Arial"/>
                <a:sym typeface="Arial"/>
              </a:rPr>
              <a:t>, AVG(grade)</a:t>
            </a:r>
          </a:p>
          <a:p>
            <a:pPr lvl="1"/>
            <a:r>
              <a:rPr lang="en-US" sz="1200" b="0" i="1" u="none" strike="noStrike" kern="1200" cap="none" dirty="0" smtClean="0">
                <a:solidFill>
                  <a:schemeClr val="tx1"/>
                </a:solidFill>
                <a:effectLst/>
                <a:latin typeface="Arial"/>
                <a:ea typeface="Arial"/>
                <a:cs typeface="Arial"/>
                <a:sym typeface="Arial"/>
              </a:rPr>
              <a:t>FROM grades</a:t>
            </a:r>
          </a:p>
          <a:p>
            <a:pPr lvl="1"/>
            <a:r>
              <a:rPr lang="en-US" sz="1200" b="0" i="1" u="none" strike="noStrike" kern="1200" cap="none" dirty="0" smtClean="0">
                <a:solidFill>
                  <a:schemeClr val="tx1"/>
                </a:solidFill>
                <a:effectLst/>
                <a:latin typeface="Arial"/>
                <a:ea typeface="Arial"/>
                <a:cs typeface="Arial"/>
                <a:sym typeface="Arial"/>
              </a:rPr>
              <a:t>GROUP BY </a:t>
            </a:r>
            <a:r>
              <a:rPr lang="en-US" sz="1200" b="0" i="1" u="none" strike="noStrike" kern="1200" cap="none" dirty="0" err="1" smtClean="0">
                <a:solidFill>
                  <a:schemeClr val="tx1"/>
                </a:solidFill>
                <a:effectLst/>
                <a:latin typeface="Arial"/>
                <a:ea typeface="Arial"/>
                <a:cs typeface="Arial"/>
                <a:sym typeface="Arial"/>
              </a:rPr>
              <a:t>studentID</a:t>
            </a:r>
            <a:r>
              <a:rPr lang="en-US" sz="1200" b="0" i="1" u="none" strike="noStrike" kern="1200" cap="none" dirty="0" smtClean="0">
                <a:solidFill>
                  <a:schemeClr val="tx1"/>
                </a:solidFill>
                <a:effectLst/>
                <a:latin typeface="Arial"/>
                <a:ea typeface="Arial"/>
                <a:cs typeface="Arial"/>
                <a:sym typeface="Arial"/>
              </a:rPr>
              <a:t>;</a:t>
            </a:r>
          </a:p>
          <a:p>
            <a:endParaRPr lang="en-US" sz="1200" b="0" i="1" u="none" strike="noStrike" kern="1200" cap="none" dirty="0" smtClean="0">
              <a:solidFill>
                <a:schemeClr val="tx1"/>
              </a:solidFill>
              <a:effectLst/>
              <a:latin typeface="Arial"/>
              <a:ea typeface="Arial"/>
              <a:cs typeface="Arial"/>
              <a:sym typeface="Arial"/>
            </a:endParaRPr>
          </a:p>
          <a:p>
            <a:pPr rtl="0"/>
            <a:endParaRPr lang="en-US" sz="1200" b="0" i="1" u="none" strike="noStrike" kern="1200" cap="none" dirty="0" smtClean="0">
              <a:solidFill>
                <a:schemeClr val="tx1"/>
              </a:solidFill>
              <a:latin typeface="Arial"/>
              <a:ea typeface="Arial"/>
              <a:cs typeface="Arial"/>
              <a:sym typeface="Arial"/>
            </a:endParaRPr>
          </a:p>
          <a:p>
            <a:pPr rtl="0"/>
            <a:endParaRPr lang="en-US" sz="1200" b="0" i="0" u="none" strike="noStrike" kern="1200" cap="none" dirty="0" smtClean="0">
              <a:solidFill>
                <a:schemeClr val="tx1"/>
              </a:solidFill>
              <a:latin typeface="Arial"/>
              <a:ea typeface="Arial"/>
              <a:cs typeface="Arial"/>
              <a:sym typeface="Arial"/>
            </a:endParaRPr>
          </a:p>
          <a:p>
            <a:endParaRPr lang="en-US" dirty="0" smtClean="0"/>
          </a:p>
          <a:p>
            <a:pPr marL="158750" indent="0">
              <a:buNone/>
            </a:pPr>
            <a:endParaRPr lang="en-US" dirty="0"/>
          </a:p>
        </p:txBody>
      </p:sp>
    </p:spTree>
    <p:extLst>
      <p:ext uri="{BB962C8B-B14F-4D97-AF65-F5344CB8AC3E}">
        <p14:creationId xmlns:p14="http://schemas.microsoft.com/office/powerpoint/2010/main" val="229654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4049898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Tree>
    <p:extLst>
      <p:ext uri="{BB962C8B-B14F-4D97-AF65-F5344CB8AC3E}">
        <p14:creationId xmlns:p14="http://schemas.microsoft.com/office/powerpoint/2010/main" val="1152593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dirty="0" smtClean="0"/>
              <a:t>Primary Key</a:t>
            </a:r>
          </a:p>
          <a:p>
            <a:r>
              <a:rPr lang="en-US" dirty="0" smtClean="0"/>
              <a:t>A </a:t>
            </a:r>
            <a:r>
              <a:rPr lang="en-US" b="1" dirty="0" smtClean="0"/>
              <a:t>primary key</a:t>
            </a:r>
            <a:r>
              <a:rPr lang="en-US" dirty="0" smtClean="0"/>
              <a:t> is one (or more) column(s) in a table that </a:t>
            </a:r>
            <a:r>
              <a:rPr lang="en-US" b="1" dirty="0" smtClean="0"/>
              <a:t>uniquely identifies each row</a:t>
            </a:r>
            <a:r>
              <a:rPr lang="en-US" dirty="0" smtClean="0"/>
              <a:t>.</a:t>
            </a:r>
          </a:p>
          <a:p>
            <a:r>
              <a:rPr lang="en-US" dirty="0" smtClean="0"/>
              <a:t>Rules of a primary key:</a:t>
            </a:r>
          </a:p>
          <a:p>
            <a:pPr lvl="1"/>
            <a:r>
              <a:rPr lang="en-US" dirty="0" smtClean="0"/>
              <a:t>It </a:t>
            </a:r>
            <a:r>
              <a:rPr lang="en-US" b="1" dirty="0" smtClean="0"/>
              <a:t>must be unique</a:t>
            </a:r>
            <a:r>
              <a:rPr lang="en-US" dirty="0" smtClean="0"/>
              <a:t> → no two rows can have the same value.</a:t>
            </a:r>
          </a:p>
          <a:p>
            <a:pPr lvl="1"/>
            <a:r>
              <a:rPr lang="en-US" dirty="0" smtClean="0"/>
              <a:t>It </a:t>
            </a:r>
            <a:r>
              <a:rPr lang="en-US" b="1" dirty="0" smtClean="0"/>
              <a:t>cannot be NULL</a:t>
            </a:r>
            <a:r>
              <a:rPr lang="en-US" dirty="0" smtClean="0"/>
              <a:t> → every row must have a value for it.</a:t>
            </a:r>
          </a:p>
          <a:p>
            <a:pPr lvl="1"/>
            <a:r>
              <a:rPr lang="en-US" dirty="0" smtClean="0"/>
              <a:t>Each table can have </a:t>
            </a:r>
            <a:r>
              <a:rPr lang="en-US" b="1" dirty="0" smtClean="0"/>
              <a:t>only one</a:t>
            </a:r>
            <a:r>
              <a:rPr lang="en-US" dirty="0" smtClean="0"/>
              <a:t> primary key (but it can be made of multiple columns).</a:t>
            </a:r>
          </a:p>
          <a:p>
            <a:r>
              <a:rPr lang="en-US" b="1" dirty="0" smtClean="0"/>
              <a:t>Example:</a:t>
            </a:r>
            <a:r>
              <a:rPr lang="en-US" dirty="0" smtClean="0"/>
              <a:t/>
            </a:r>
            <a:br>
              <a:rPr lang="en-US" dirty="0" smtClean="0"/>
            </a:br>
            <a:r>
              <a:rPr lang="en-US" dirty="0" smtClean="0"/>
              <a:t>A table of students:</a:t>
            </a:r>
          </a:p>
          <a:p>
            <a:pPr marL="158750" indent="0" rtl="0">
              <a:buNone/>
            </a:pPr>
            <a:r>
              <a:rPr lang="en-US" sz="1200" b="0" i="1" u="none" strike="noStrike" kern="1200" cap="none" dirty="0" smtClean="0">
                <a:solidFill>
                  <a:schemeClr val="tx1"/>
                </a:solidFill>
                <a:latin typeface="Arial"/>
                <a:ea typeface="Arial"/>
                <a:cs typeface="Arial"/>
                <a:sym typeface="Arial"/>
              </a:rPr>
              <a:t>CREATE TABLE student(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INT PRIMARY KEY,</a:t>
            </a:r>
          </a:p>
          <a:p>
            <a:pPr marL="158750" indent="0" rtl="0">
              <a:buNone/>
            </a:pPr>
            <a:r>
              <a:rPr lang="en-US" sz="1200" b="0" i="1" u="none" strike="noStrike" kern="1200" cap="none" dirty="0" smtClean="0">
                <a:solidFill>
                  <a:schemeClr val="tx1"/>
                </a:solidFill>
                <a:latin typeface="Arial"/>
                <a:ea typeface="Arial"/>
                <a:cs typeface="Arial"/>
                <a:sym typeface="Arial"/>
              </a:rPr>
              <a:t>    name TEXT,</a:t>
            </a:r>
          </a:p>
          <a:p>
            <a:pPr marL="158750" indent="0" rtl="0">
              <a:buNone/>
            </a:pPr>
            <a:r>
              <a:rPr lang="en-US" sz="1200" b="0" i="1" u="none" strike="noStrike" kern="1200" cap="none" dirty="0" smtClean="0">
                <a:solidFill>
                  <a:schemeClr val="tx1"/>
                </a:solidFill>
                <a:latin typeface="Arial"/>
                <a:ea typeface="Arial"/>
                <a:cs typeface="Arial"/>
                <a:sym typeface="Arial"/>
              </a:rPr>
              <a:t>    age INT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a:buNone/>
            </a:pPr>
            <a:r>
              <a:rPr lang="en-US" dirty="0" smtClean="0"/>
              <a:t>Here, </a:t>
            </a:r>
            <a:r>
              <a:rPr lang="en-US" sz="1200" b="0" i="0" u="none" strike="noStrike" kern="1200" cap="none" dirty="0" err="1" smtClean="0">
                <a:solidFill>
                  <a:schemeClr val="tx1"/>
                </a:solidFill>
                <a:latin typeface="Arial"/>
                <a:ea typeface="Arial"/>
                <a:cs typeface="Arial"/>
                <a:sym typeface="Arial"/>
              </a:rPr>
              <a:t>studentID</a:t>
            </a:r>
            <a:r>
              <a:rPr lang="en-US" dirty="0" smtClean="0"/>
              <a:t> is the </a:t>
            </a:r>
            <a:r>
              <a:rPr lang="en-US" b="1" dirty="0" smtClean="0"/>
              <a:t>primary key</a:t>
            </a:r>
            <a:r>
              <a:rPr lang="en-US" dirty="0" smtClean="0"/>
              <a:t>.</a:t>
            </a:r>
            <a:br>
              <a:rPr lang="en-US" dirty="0" smtClean="0"/>
            </a:br>
            <a:r>
              <a:rPr lang="en-US" dirty="0" smtClean="0"/>
              <a:t>This ensures no two students can have the same ID.</a:t>
            </a:r>
            <a:br>
              <a:rPr lang="en-US" dirty="0" smtClean="0"/>
            </a:br>
            <a:r>
              <a:rPr lang="en-US" dirty="0" smtClean="0"/>
              <a:t/>
            </a:r>
            <a:br>
              <a:rPr lang="en-US" dirty="0" smtClean="0"/>
            </a:br>
            <a:r>
              <a:rPr lang="en-US" b="1" dirty="0" smtClean="0"/>
              <a:t>Foreign Key</a:t>
            </a:r>
          </a:p>
          <a:p>
            <a:r>
              <a:rPr lang="en-US" dirty="0" smtClean="0"/>
              <a:t>A </a:t>
            </a:r>
            <a:r>
              <a:rPr lang="en-US" b="1" dirty="0" smtClean="0"/>
              <a:t>foreign key</a:t>
            </a:r>
            <a:r>
              <a:rPr lang="en-US" dirty="0" smtClean="0"/>
              <a:t> is a column (or set of columns) in a table that refers to the </a:t>
            </a:r>
            <a:r>
              <a:rPr lang="en-US" b="1" dirty="0" smtClean="0"/>
              <a:t>primary key of another table</a:t>
            </a:r>
            <a:r>
              <a:rPr lang="en-US" dirty="0" smtClean="0"/>
              <a:t>.</a:t>
            </a:r>
          </a:p>
          <a:p>
            <a:r>
              <a:rPr lang="en-US" dirty="0" smtClean="0"/>
              <a:t>It is used to </a:t>
            </a:r>
            <a:r>
              <a:rPr lang="en-US" b="1" dirty="0" smtClean="0"/>
              <a:t>link tables together</a:t>
            </a:r>
            <a:r>
              <a:rPr lang="en-US" dirty="0" smtClean="0"/>
              <a:t>.</a:t>
            </a:r>
          </a:p>
          <a:p>
            <a:r>
              <a:rPr lang="en-US" dirty="0" smtClean="0"/>
              <a:t>It ensures </a:t>
            </a:r>
            <a:r>
              <a:rPr lang="en-US" b="1" dirty="0" smtClean="0"/>
              <a:t>referential integrity</a:t>
            </a:r>
            <a:r>
              <a:rPr lang="en-US" dirty="0" smtClean="0"/>
              <a:t>, meaning that values in the foreign key column must already exist in the referenced primary key column.</a:t>
            </a:r>
          </a:p>
          <a:p>
            <a:r>
              <a:rPr lang="en-US" b="1" dirty="0" smtClean="0"/>
              <a:t>Example:</a:t>
            </a:r>
            <a:endParaRPr lang="en-US" b="0" dirty="0" smtClean="0"/>
          </a:p>
          <a:p>
            <a:pPr marL="158750" indent="0">
              <a:buNone/>
            </a:pPr>
            <a:r>
              <a:rPr lang="en-US" dirty="0" smtClean="0"/>
              <a:t>Suppose we have a </a:t>
            </a:r>
            <a:r>
              <a:rPr lang="en-US" sz="1200" b="0" i="0" u="none" strike="noStrike" kern="1200" cap="none" dirty="0" smtClean="0">
                <a:solidFill>
                  <a:schemeClr val="tx1"/>
                </a:solidFill>
                <a:latin typeface="Arial"/>
                <a:ea typeface="Arial"/>
                <a:cs typeface="Arial"/>
                <a:sym typeface="Arial"/>
              </a:rPr>
              <a:t>courses</a:t>
            </a:r>
            <a:r>
              <a:rPr lang="en-US" dirty="0" smtClean="0"/>
              <a:t> table and a </a:t>
            </a:r>
            <a:r>
              <a:rPr lang="en-US" sz="1200" b="0" i="0" u="none" strike="noStrike" kern="1200" cap="none" dirty="0" err="1" smtClean="0">
                <a:solidFill>
                  <a:schemeClr val="tx1"/>
                </a:solidFill>
                <a:latin typeface="Arial"/>
                <a:ea typeface="Arial"/>
                <a:cs typeface="Arial"/>
                <a:sym typeface="Arial"/>
              </a:rPr>
              <a:t>registered_courses</a:t>
            </a:r>
            <a:r>
              <a:rPr lang="en-US" dirty="0" smtClean="0"/>
              <a:t> table:</a:t>
            </a:r>
          </a:p>
          <a:p>
            <a:pPr marL="158750" indent="0" rtl="0">
              <a:buNone/>
            </a:pPr>
            <a:r>
              <a:rPr lang="en-US" sz="1200" b="0" i="1" u="none" strike="noStrike" kern="1200" cap="none" dirty="0" smtClean="0">
                <a:solidFill>
                  <a:schemeClr val="tx1"/>
                </a:solidFill>
                <a:latin typeface="Arial"/>
                <a:ea typeface="Arial"/>
                <a:cs typeface="Arial"/>
                <a:sym typeface="Arial"/>
              </a:rPr>
              <a:t>CREATE TABLE courses(</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INT PRIMARY KEY,</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courseName</a:t>
            </a:r>
            <a:r>
              <a:rPr lang="en-US" sz="1200" b="0" i="1" u="none" strike="noStrike" kern="1200" cap="none" dirty="0" smtClean="0">
                <a:solidFill>
                  <a:schemeClr val="tx1"/>
                </a:solidFill>
                <a:latin typeface="Arial"/>
                <a:ea typeface="Arial"/>
                <a:cs typeface="Arial"/>
                <a:sym typeface="Arial"/>
              </a:rPr>
              <a:t> TEXT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rtl="0">
              <a:buNone/>
            </a:pPr>
            <a:endParaRPr lang="en-US" sz="1200" b="0" i="1" u="none" strike="noStrike" kern="1200" cap="none" dirty="0" smtClean="0">
              <a:solidFill>
                <a:schemeClr val="tx1"/>
              </a:solidFill>
              <a:latin typeface="Arial"/>
              <a:ea typeface="Arial"/>
              <a:cs typeface="Arial"/>
              <a:sym typeface="Arial"/>
            </a:endParaRPr>
          </a:p>
          <a:p>
            <a:pPr marL="158750" indent="0" rtl="0">
              <a:buNone/>
            </a:pPr>
            <a:r>
              <a:rPr lang="en-US" sz="1200" b="0" i="1" u="none" strike="noStrike" kern="1200" cap="none" dirty="0" smtClean="0">
                <a:solidFill>
                  <a:schemeClr val="tx1"/>
                </a:solidFill>
                <a:latin typeface="Arial"/>
                <a:ea typeface="Arial"/>
                <a:cs typeface="Arial"/>
                <a:sym typeface="Arial"/>
              </a:rPr>
              <a:t>CREATE TABLE </a:t>
            </a:r>
            <a:r>
              <a:rPr lang="en-US" sz="1200" b="0" i="1" u="none" strike="noStrike" kern="1200" cap="none" dirty="0" err="1" smtClean="0">
                <a:solidFill>
                  <a:schemeClr val="tx1"/>
                </a:solidFill>
                <a:latin typeface="Arial"/>
                <a:ea typeface="Arial"/>
                <a:cs typeface="Arial"/>
                <a:sym typeface="Arial"/>
              </a:rPr>
              <a:t>registered_courses</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INT,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INT,</a:t>
            </a:r>
          </a:p>
          <a:p>
            <a:pPr marL="158750" indent="0" rtl="0">
              <a:buNone/>
            </a:pPr>
            <a:r>
              <a:rPr lang="en-US" sz="1200" b="0" i="1" u="none" strike="noStrike" kern="1200" cap="none" dirty="0" smtClean="0">
                <a:solidFill>
                  <a:schemeClr val="tx1"/>
                </a:solidFill>
                <a:latin typeface="Arial"/>
                <a:ea typeface="Arial"/>
                <a:cs typeface="Arial"/>
                <a:sym typeface="Arial"/>
              </a:rPr>
              <a:t>    FOREIGN KEY(</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REFERENCES student(</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    FOREIGN KEY(</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REFERENCES courses(</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a:buNone/>
            </a:pPr>
            <a:r>
              <a:rPr lang="en-US" sz="1200" b="0" i="0" u="none" strike="noStrike" kern="1200" cap="none" dirty="0" err="1" smtClean="0">
                <a:solidFill>
                  <a:schemeClr val="tx1"/>
                </a:solidFill>
                <a:latin typeface="Arial"/>
                <a:ea typeface="Arial"/>
                <a:cs typeface="Arial"/>
                <a:sym typeface="Arial"/>
              </a:rPr>
              <a:t>studentID</a:t>
            </a:r>
            <a:r>
              <a:rPr lang="en-US" dirty="0" smtClean="0"/>
              <a:t> here is a </a:t>
            </a:r>
            <a:r>
              <a:rPr lang="en-US" b="1" dirty="0" smtClean="0"/>
              <a:t>foreign key</a:t>
            </a:r>
            <a:r>
              <a:rPr lang="en-US" dirty="0" smtClean="0"/>
              <a:t> referencing the </a:t>
            </a:r>
            <a:r>
              <a:rPr lang="en-US" sz="1200" b="0" i="0" u="none" strike="noStrike" kern="1200" cap="none" dirty="0" smtClean="0">
                <a:solidFill>
                  <a:schemeClr val="tx1"/>
                </a:solidFill>
                <a:latin typeface="Arial"/>
                <a:ea typeface="Arial"/>
                <a:cs typeface="Arial"/>
                <a:sym typeface="Arial"/>
              </a:rPr>
              <a:t>student</a:t>
            </a:r>
            <a:r>
              <a:rPr lang="en-US" dirty="0" smtClean="0"/>
              <a:t> table.</a:t>
            </a:r>
          </a:p>
          <a:p>
            <a:pPr marL="158750" indent="0">
              <a:buNone/>
            </a:pPr>
            <a:r>
              <a:rPr lang="en-US" sz="1200" b="0" i="0" u="none" strike="noStrike" kern="1200" cap="none" dirty="0" err="1" smtClean="0">
                <a:solidFill>
                  <a:schemeClr val="tx1"/>
                </a:solidFill>
                <a:latin typeface="Arial"/>
                <a:ea typeface="Arial"/>
                <a:cs typeface="Arial"/>
                <a:sym typeface="Arial"/>
              </a:rPr>
              <a:t>courseID</a:t>
            </a:r>
            <a:r>
              <a:rPr lang="en-US" dirty="0" smtClean="0"/>
              <a:t> is another </a:t>
            </a:r>
            <a:r>
              <a:rPr lang="en-US" b="1" dirty="0" smtClean="0"/>
              <a:t>foreign key</a:t>
            </a:r>
            <a:r>
              <a:rPr lang="en-US" dirty="0" smtClean="0"/>
              <a:t> referencing the </a:t>
            </a:r>
            <a:r>
              <a:rPr lang="en-US" sz="1200" b="0" i="0" u="none" strike="noStrike" kern="1200" cap="none" dirty="0" smtClean="0">
                <a:solidFill>
                  <a:schemeClr val="tx1"/>
                </a:solidFill>
                <a:latin typeface="Arial"/>
                <a:ea typeface="Arial"/>
                <a:cs typeface="Arial"/>
                <a:sym typeface="Arial"/>
              </a:rPr>
              <a:t>courses</a:t>
            </a:r>
            <a:r>
              <a:rPr lang="en-US" dirty="0" smtClean="0"/>
              <a:t> table.</a:t>
            </a:r>
          </a:p>
          <a:p>
            <a:r>
              <a:rPr lang="en-US" dirty="0" smtClean="0"/>
              <a:t>This ensures:</a:t>
            </a:r>
          </a:p>
          <a:p>
            <a:pPr lvl="1"/>
            <a:r>
              <a:rPr lang="en-US" dirty="0" smtClean="0"/>
              <a:t>You cannot register a student that does not exist in the </a:t>
            </a:r>
            <a:r>
              <a:rPr lang="en-US" sz="1200" b="0" i="0" u="none" strike="noStrike" kern="1200" cap="none" dirty="0" smtClean="0">
                <a:solidFill>
                  <a:schemeClr val="tx1"/>
                </a:solidFill>
                <a:latin typeface="Arial"/>
                <a:ea typeface="Arial"/>
                <a:cs typeface="Arial"/>
                <a:sym typeface="Arial"/>
              </a:rPr>
              <a:t>student</a:t>
            </a:r>
            <a:r>
              <a:rPr lang="en-US" dirty="0" smtClean="0"/>
              <a:t> table.</a:t>
            </a:r>
          </a:p>
          <a:p>
            <a:pPr lvl="1"/>
            <a:r>
              <a:rPr lang="en-US" dirty="0" smtClean="0"/>
              <a:t>You cannot register a course that does not exist in the </a:t>
            </a:r>
            <a:r>
              <a:rPr lang="en-US" sz="1200" b="0" i="0" u="none" strike="noStrike" kern="1200" cap="none" dirty="0" smtClean="0">
                <a:solidFill>
                  <a:schemeClr val="tx1"/>
                </a:solidFill>
                <a:latin typeface="Arial"/>
                <a:ea typeface="Arial"/>
                <a:cs typeface="Arial"/>
                <a:sym typeface="Arial"/>
              </a:rPr>
              <a:t>courses</a:t>
            </a:r>
            <a:r>
              <a:rPr lang="en-US" dirty="0" smtClean="0"/>
              <a:t> table.</a:t>
            </a:r>
          </a:p>
          <a:p>
            <a:r>
              <a:rPr lang="en-US" dirty="0" smtClean="0"/>
              <a:t/>
            </a:r>
            <a:br>
              <a:rPr lang="en-US" dirty="0" smtClean="0"/>
            </a:br>
            <a:endParaRPr lang="en-US" dirty="0" smtClean="0"/>
          </a:p>
          <a:p>
            <a:pPr marL="158750" indent="0">
              <a:buNone/>
            </a:pPr>
            <a:r>
              <a:rPr lang="en-US" b="1" dirty="0" smtClean="0"/>
              <a:t>Why are Primary &amp; Foreign Keys Important?</a:t>
            </a:r>
          </a:p>
          <a:p>
            <a:r>
              <a:rPr lang="en-US" dirty="0" smtClean="0"/>
              <a:t>They </a:t>
            </a:r>
            <a:r>
              <a:rPr lang="en-US" b="1" dirty="0" smtClean="0"/>
              <a:t>organize data</a:t>
            </a:r>
            <a:r>
              <a:rPr lang="en-US" dirty="0" smtClean="0"/>
              <a:t> by making sure relationships between tables are correct.</a:t>
            </a:r>
          </a:p>
          <a:p>
            <a:r>
              <a:rPr lang="en-US" dirty="0" smtClean="0"/>
              <a:t>They </a:t>
            </a:r>
            <a:r>
              <a:rPr lang="en-US" b="1" dirty="0" smtClean="0"/>
              <a:t>prevent mistakes</a:t>
            </a:r>
            <a:r>
              <a:rPr lang="en-US" dirty="0" smtClean="0"/>
              <a:t> (like having grades for a non-existent student).</a:t>
            </a:r>
          </a:p>
          <a:p>
            <a:r>
              <a:rPr lang="en-US" dirty="0" smtClean="0"/>
              <a:t>They allow us to use </a:t>
            </a:r>
            <a:r>
              <a:rPr lang="en-US" b="1" dirty="0" smtClean="0"/>
              <a:t>JOIN operations</a:t>
            </a:r>
            <a:r>
              <a:rPr lang="en-US" dirty="0" smtClean="0"/>
              <a:t> to combine data from multiple tables.</a:t>
            </a:r>
          </a:p>
          <a:p>
            <a:pPr marL="158750" indent="0">
              <a:buNone/>
            </a:pPr>
            <a:r>
              <a:rPr lang="en-US" dirty="0" smtClean="0"/>
              <a:t/>
            </a:r>
            <a:br>
              <a:rPr lang="en-US" dirty="0" smtClean="0"/>
            </a:br>
            <a:endParaRPr lang="en-US" dirty="0" smtClean="0"/>
          </a:p>
          <a:p>
            <a:pPr marL="158750" indent="0">
              <a:buNone/>
            </a:pPr>
            <a:r>
              <a:rPr lang="en-US" dirty="0" smtClean="0"/>
              <a:t> </a:t>
            </a:r>
            <a:r>
              <a:rPr lang="en-US" b="1" dirty="0" smtClean="0"/>
              <a:t>Note:</a:t>
            </a:r>
            <a:r>
              <a:rPr lang="en-US" dirty="0" smtClean="0"/>
              <a:t> SQLite requires </a:t>
            </a:r>
            <a:r>
              <a:rPr lang="en-US" sz="1200" b="0" i="0" u="none" strike="noStrike" kern="1200" cap="none" dirty="0" err="1" smtClean="0">
                <a:solidFill>
                  <a:schemeClr val="tx1"/>
                </a:solidFill>
                <a:latin typeface="Arial"/>
                <a:ea typeface="Arial"/>
                <a:cs typeface="Arial"/>
                <a:sym typeface="Arial"/>
              </a:rPr>
              <a:t>db.execute</a:t>
            </a:r>
            <a:r>
              <a:rPr lang="en-US" sz="1200" b="0" i="0" u="none" strike="noStrike" kern="1200" cap="none" dirty="0" smtClean="0">
                <a:solidFill>
                  <a:schemeClr val="tx1"/>
                </a:solidFill>
                <a:latin typeface="Arial"/>
                <a:ea typeface="Arial"/>
                <a:cs typeface="Arial"/>
                <a:sym typeface="Arial"/>
              </a:rPr>
              <a:t>("PRAGMA </a:t>
            </a:r>
            <a:r>
              <a:rPr lang="en-US" sz="1200" b="0" i="0" u="none" strike="noStrike" kern="1200" cap="none" dirty="0" err="1" smtClean="0">
                <a:solidFill>
                  <a:schemeClr val="tx1"/>
                </a:solidFill>
                <a:latin typeface="Arial"/>
                <a:ea typeface="Arial"/>
                <a:cs typeface="Arial"/>
                <a:sym typeface="Arial"/>
              </a:rPr>
              <a:t>foreign_keys</a:t>
            </a:r>
            <a:r>
              <a:rPr lang="en-US" sz="1200" b="0" i="0" u="none" strike="noStrike" kern="1200" cap="none" dirty="0" smtClean="0">
                <a:solidFill>
                  <a:schemeClr val="tx1"/>
                </a:solidFill>
                <a:latin typeface="Arial"/>
                <a:ea typeface="Arial"/>
                <a:cs typeface="Arial"/>
                <a:sym typeface="Arial"/>
              </a:rPr>
              <a:t>=ON")</a:t>
            </a:r>
            <a:r>
              <a:rPr lang="en-US" dirty="0" smtClean="0"/>
              <a:t> to enforce foreign keys.</a:t>
            </a:r>
          </a:p>
          <a:p>
            <a:pPr marL="158750" indent="0">
              <a:buNone/>
            </a:pPr>
            <a:endParaRPr lang="en-US" dirty="0"/>
          </a:p>
        </p:txBody>
      </p:sp>
    </p:spTree>
    <p:extLst>
      <p:ext uri="{BB962C8B-B14F-4D97-AF65-F5344CB8AC3E}">
        <p14:creationId xmlns:p14="http://schemas.microsoft.com/office/powerpoint/2010/main" val="11892536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dirty="0" smtClean="0"/>
              <a:t>Primary Key</a:t>
            </a:r>
          </a:p>
          <a:p>
            <a:r>
              <a:rPr lang="en-US" dirty="0" smtClean="0"/>
              <a:t>A </a:t>
            </a:r>
            <a:r>
              <a:rPr lang="en-US" b="1" dirty="0" smtClean="0"/>
              <a:t>primary key</a:t>
            </a:r>
            <a:r>
              <a:rPr lang="en-US" dirty="0" smtClean="0"/>
              <a:t> is one (or more) column(s) in a table that </a:t>
            </a:r>
            <a:r>
              <a:rPr lang="en-US" b="1" dirty="0" smtClean="0"/>
              <a:t>uniquely identifies each row</a:t>
            </a:r>
            <a:r>
              <a:rPr lang="en-US" dirty="0" smtClean="0"/>
              <a:t>.</a:t>
            </a:r>
          </a:p>
          <a:p>
            <a:r>
              <a:rPr lang="en-US" dirty="0" smtClean="0"/>
              <a:t>Rules of a primary key:</a:t>
            </a:r>
          </a:p>
          <a:p>
            <a:pPr lvl="1"/>
            <a:r>
              <a:rPr lang="en-US" dirty="0" smtClean="0"/>
              <a:t>It </a:t>
            </a:r>
            <a:r>
              <a:rPr lang="en-US" b="1" dirty="0" smtClean="0"/>
              <a:t>must be unique</a:t>
            </a:r>
            <a:r>
              <a:rPr lang="en-US" dirty="0" smtClean="0"/>
              <a:t> → no two rows can have the same value.</a:t>
            </a:r>
          </a:p>
          <a:p>
            <a:pPr lvl="1"/>
            <a:r>
              <a:rPr lang="en-US" dirty="0" smtClean="0"/>
              <a:t>It </a:t>
            </a:r>
            <a:r>
              <a:rPr lang="en-US" b="1" dirty="0" smtClean="0"/>
              <a:t>cannot be NULL</a:t>
            </a:r>
            <a:r>
              <a:rPr lang="en-US" dirty="0" smtClean="0"/>
              <a:t> → every row must have a value for it.</a:t>
            </a:r>
          </a:p>
          <a:p>
            <a:pPr lvl="1"/>
            <a:r>
              <a:rPr lang="en-US" dirty="0" smtClean="0"/>
              <a:t>Each table can have </a:t>
            </a:r>
            <a:r>
              <a:rPr lang="en-US" b="1" dirty="0" smtClean="0"/>
              <a:t>only one</a:t>
            </a:r>
            <a:r>
              <a:rPr lang="en-US" dirty="0" smtClean="0"/>
              <a:t> primary key (but it can be made of multiple columns).</a:t>
            </a:r>
          </a:p>
          <a:p>
            <a:r>
              <a:rPr lang="en-US" b="1" dirty="0" smtClean="0"/>
              <a:t>Example:</a:t>
            </a:r>
            <a:r>
              <a:rPr lang="en-US" dirty="0" smtClean="0"/>
              <a:t/>
            </a:r>
            <a:br>
              <a:rPr lang="en-US" dirty="0" smtClean="0"/>
            </a:br>
            <a:r>
              <a:rPr lang="en-US" dirty="0" smtClean="0"/>
              <a:t>A table of students:</a:t>
            </a:r>
          </a:p>
          <a:p>
            <a:pPr marL="158750" indent="0" rtl="0">
              <a:buNone/>
            </a:pPr>
            <a:r>
              <a:rPr lang="en-US" sz="1200" b="0" i="1" u="none" strike="noStrike" kern="1200" cap="none" dirty="0" smtClean="0">
                <a:solidFill>
                  <a:schemeClr val="tx1"/>
                </a:solidFill>
                <a:latin typeface="Arial"/>
                <a:ea typeface="Arial"/>
                <a:cs typeface="Arial"/>
                <a:sym typeface="Arial"/>
              </a:rPr>
              <a:t>CREATE TABLE student(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INT PRIMARY KEY,</a:t>
            </a:r>
          </a:p>
          <a:p>
            <a:pPr marL="158750" indent="0" rtl="0">
              <a:buNone/>
            </a:pPr>
            <a:r>
              <a:rPr lang="en-US" sz="1200" b="0" i="1" u="none" strike="noStrike" kern="1200" cap="none" dirty="0" smtClean="0">
                <a:solidFill>
                  <a:schemeClr val="tx1"/>
                </a:solidFill>
                <a:latin typeface="Arial"/>
                <a:ea typeface="Arial"/>
                <a:cs typeface="Arial"/>
                <a:sym typeface="Arial"/>
              </a:rPr>
              <a:t>    name TEXT,</a:t>
            </a:r>
          </a:p>
          <a:p>
            <a:pPr marL="158750" indent="0" rtl="0">
              <a:buNone/>
            </a:pPr>
            <a:r>
              <a:rPr lang="en-US" sz="1200" b="0" i="1" u="none" strike="noStrike" kern="1200" cap="none" dirty="0" smtClean="0">
                <a:solidFill>
                  <a:schemeClr val="tx1"/>
                </a:solidFill>
                <a:latin typeface="Arial"/>
                <a:ea typeface="Arial"/>
                <a:cs typeface="Arial"/>
                <a:sym typeface="Arial"/>
              </a:rPr>
              <a:t>    age INT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a:buNone/>
            </a:pPr>
            <a:r>
              <a:rPr lang="en-US" dirty="0" smtClean="0"/>
              <a:t>Here, </a:t>
            </a:r>
            <a:r>
              <a:rPr lang="en-US" sz="1200" b="0" i="0" u="none" strike="noStrike" kern="1200" cap="none" dirty="0" err="1" smtClean="0">
                <a:solidFill>
                  <a:schemeClr val="tx1"/>
                </a:solidFill>
                <a:latin typeface="Arial"/>
                <a:ea typeface="Arial"/>
                <a:cs typeface="Arial"/>
                <a:sym typeface="Arial"/>
              </a:rPr>
              <a:t>studentID</a:t>
            </a:r>
            <a:r>
              <a:rPr lang="en-US" dirty="0" smtClean="0"/>
              <a:t> is the </a:t>
            </a:r>
            <a:r>
              <a:rPr lang="en-US" b="1" dirty="0" smtClean="0"/>
              <a:t>primary key</a:t>
            </a:r>
            <a:r>
              <a:rPr lang="en-US" dirty="0" smtClean="0"/>
              <a:t>.</a:t>
            </a:r>
            <a:br>
              <a:rPr lang="en-US" dirty="0" smtClean="0"/>
            </a:br>
            <a:r>
              <a:rPr lang="en-US" dirty="0" smtClean="0"/>
              <a:t>This ensures no two students can have the same ID.</a:t>
            </a:r>
            <a:br>
              <a:rPr lang="en-US" dirty="0" smtClean="0"/>
            </a:br>
            <a:r>
              <a:rPr lang="en-US" dirty="0" smtClean="0"/>
              <a:t/>
            </a:r>
            <a:br>
              <a:rPr lang="en-US" dirty="0" smtClean="0"/>
            </a:br>
            <a:r>
              <a:rPr lang="en-US" b="1" dirty="0" smtClean="0"/>
              <a:t>Foreign Key</a:t>
            </a:r>
          </a:p>
          <a:p>
            <a:r>
              <a:rPr lang="en-US" dirty="0" smtClean="0"/>
              <a:t>A </a:t>
            </a:r>
            <a:r>
              <a:rPr lang="en-US" b="1" dirty="0" smtClean="0"/>
              <a:t>foreign key</a:t>
            </a:r>
            <a:r>
              <a:rPr lang="en-US" dirty="0" smtClean="0"/>
              <a:t> is a column (or set of columns) in a table that refers to the </a:t>
            </a:r>
            <a:r>
              <a:rPr lang="en-US" b="1" dirty="0" smtClean="0"/>
              <a:t>primary key of another table</a:t>
            </a:r>
            <a:r>
              <a:rPr lang="en-US" dirty="0" smtClean="0"/>
              <a:t>.</a:t>
            </a:r>
          </a:p>
          <a:p>
            <a:r>
              <a:rPr lang="en-US" dirty="0" smtClean="0"/>
              <a:t>It is used to </a:t>
            </a:r>
            <a:r>
              <a:rPr lang="en-US" b="1" dirty="0" smtClean="0"/>
              <a:t>link tables together</a:t>
            </a:r>
            <a:r>
              <a:rPr lang="en-US" dirty="0" smtClean="0"/>
              <a:t>.</a:t>
            </a:r>
          </a:p>
          <a:p>
            <a:r>
              <a:rPr lang="en-US" dirty="0" smtClean="0"/>
              <a:t>It ensures </a:t>
            </a:r>
            <a:r>
              <a:rPr lang="en-US" b="1" dirty="0" smtClean="0"/>
              <a:t>referential integrity</a:t>
            </a:r>
            <a:r>
              <a:rPr lang="en-US" dirty="0" smtClean="0"/>
              <a:t>, meaning that values in the foreign key column must already exist in the referenced primary key column.</a:t>
            </a:r>
          </a:p>
          <a:p>
            <a:r>
              <a:rPr lang="en-US" b="1" dirty="0" smtClean="0"/>
              <a:t>Example:</a:t>
            </a:r>
            <a:endParaRPr lang="en-US" b="0" dirty="0" smtClean="0"/>
          </a:p>
          <a:p>
            <a:pPr marL="158750" indent="0">
              <a:buNone/>
            </a:pPr>
            <a:r>
              <a:rPr lang="en-US" dirty="0" smtClean="0"/>
              <a:t>Suppose we have a </a:t>
            </a:r>
            <a:r>
              <a:rPr lang="en-US" sz="1200" b="0" i="0" u="none" strike="noStrike" kern="1200" cap="none" dirty="0" smtClean="0">
                <a:solidFill>
                  <a:schemeClr val="tx1"/>
                </a:solidFill>
                <a:latin typeface="Arial"/>
                <a:ea typeface="Arial"/>
                <a:cs typeface="Arial"/>
                <a:sym typeface="Arial"/>
              </a:rPr>
              <a:t>courses</a:t>
            </a:r>
            <a:r>
              <a:rPr lang="en-US" dirty="0" smtClean="0"/>
              <a:t> table and a </a:t>
            </a:r>
            <a:r>
              <a:rPr lang="en-US" sz="1200" b="0" i="0" u="none" strike="noStrike" kern="1200" cap="none" dirty="0" err="1" smtClean="0">
                <a:solidFill>
                  <a:schemeClr val="tx1"/>
                </a:solidFill>
                <a:latin typeface="Arial"/>
                <a:ea typeface="Arial"/>
                <a:cs typeface="Arial"/>
                <a:sym typeface="Arial"/>
              </a:rPr>
              <a:t>registered_courses</a:t>
            </a:r>
            <a:r>
              <a:rPr lang="en-US" dirty="0" smtClean="0"/>
              <a:t> table:</a:t>
            </a:r>
          </a:p>
          <a:p>
            <a:pPr marL="158750" indent="0" rtl="0">
              <a:buNone/>
            </a:pPr>
            <a:r>
              <a:rPr lang="en-US" sz="1200" b="0" i="1" u="none" strike="noStrike" kern="1200" cap="none" dirty="0" smtClean="0">
                <a:solidFill>
                  <a:schemeClr val="tx1"/>
                </a:solidFill>
                <a:latin typeface="Arial"/>
                <a:ea typeface="Arial"/>
                <a:cs typeface="Arial"/>
                <a:sym typeface="Arial"/>
              </a:rPr>
              <a:t>CREATE TABLE courses(</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INT PRIMARY KEY,</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courseName</a:t>
            </a:r>
            <a:r>
              <a:rPr lang="en-US" sz="1200" b="0" i="1" u="none" strike="noStrike" kern="1200" cap="none" dirty="0" smtClean="0">
                <a:solidFill>
                  <a:schemeClr val="tx1"/>
                </a:solidFill>
                <a:latin typeface="Arial"/>
                <a:ea typeface="Arial"/>
                <a:cs typeface="Arial"/>
                <a:sym typeface="Arial"/>
              </a:rPr>
              <a:t> TEXT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rtl="0">
              <a:buNone/>
            </a:pPr>
            <a:endParaRPr lang="en-US" sz="1200" b="0" i="1" u="none" strike="noStrike" kern="1200" cap="none" dirty="0" smtClean="0">
              <a:solidFill>
                <a:schemeClr val="tx1"/>
              </a:solidFill>
              <a:latin typeface="Arial"/>
              <a:ea typeface="Arial"/>
              <a:cs typeface="Arial"/>
              <a:sym typeface="Arial"/>
            </a:endParaRPr>
          </a:p>
          <a:p>
            <a:pPr marL="158750" indent="0" rtl="0">
              <a:buNone/>
            </a:pPr>
            <a:r>
              <a:rPr lang="en-US" sz="1200" b="0" i="1" u="none" strike="noStrike" kern="1200" cap="none" dirty="0" smtClean="0">
                <a:solidFill>
                  <a:schemeClr val="tx1"/>
                </a:solidFill>
                <a:latin typeface="Arial"/>
                <a:ea typeface="Arial"/>
                <a:cs typeface="Arial"/>
                <a:sym typeface="Arial"/>
              </a:rPr>
              <a:t>CREATE TABLE </a:t>
            </a:r>
            <a:r>
              <a:rPr lang="en-US" sz="1200" b="0" i="1" u="none" strike="noStrike" kern="1200" cap="none" dirty="0" err="1" smtClean="0">
                <a:solidFill>
                  <a:schemeClr val="tx1"/>
                </a:solidFill>
                <a:latin typeface="Arial"/>
                <a:ea typeface="Arial"/>
                <a:cs typeface="Arial"/>
                <a:sym typeface="Arial"/>
              </a:rPr>
              <a:t>registered_courses</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INT,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INT,</a:t>
            </a:r>
          </a:p>
          <a:p>
            <a:pPr marL="158750" indent="0" rtl="0">
              <a:buNone/>
            </a:pPr>
            <a:r>
              <a:rPr lang="en-US" sz="1200" b="0" i="1" u="none" strike="noStrike" kern="1200" cap="none" dirty="0" smtClean="0">
                <a:solidFill>
                  <a:schemeClr val="tx1"/>
                </a:solidFill>
                <a:latin typeface="Arial"/>
                <a:ea typeface="Arial"/>
                <a:cs typeface="Arial"/>
                <a:sym typeface="Arial"/>
              </a:rPr>
              <a:t>    FOREIGN KEY(</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REFERENCES student(</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    FOREIGN KEY(</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REFERENCES courses(</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a:buNone/>
            </a:pPr>
            <a:r>
              <a:rPr lang="en-US" sz="1200" b="0" i="0" u="none" strike="noStrike" kern="1200" cap="none" dirty="0" err="1" smtClean="0">
                <a:solidFill>
                  <a:schemeClr val="tx1"/>
                </a:solidFill>
                <a:latin typeface="Arial"/>
                <a:ea typeface="Arial"/>
                <a:cs typeface="Arial"/>
                <a:sym typeface="Arial"/>
              </a:rPr>
              <a:t>studentID</a:t>
            </a:r>
            <a:r>
              <a:rPr lang="en-US" dirty="0" smtClean="0"/>
              <a:t> here is a </a:t>
            </a:r>
            <a:r>
              <a:rPr lang="en-US" b="1" dirty="0" smtClean="0"/>
              <a:t>foreign key</a:t>
            </a:r>
            <a:r>
              <a:rPr lang="en-US" dirty="0" smtClean="0"/>
              <a:t> referencing the </a:t>
            </a:r>
            <a:r>
              <a:rPr lang="en-US" sz="1200" b="0" i="0" u="none" strike="noStrike" kern="1200" cap="none" dirty="0" smtClean="0">
                <a:solidFill>
                  <a:schemeClr val="tx1"/>
                </a:solidFill>
                <a:latin typeface="Arial"/>
                <a:ea typeface="Arial"/>
                <a:cs typeface="Arial"/>
                <a:sym typeface="Arial"/>
              </a:rPr>
              <a:t>student</a:t>
            </a:r>
            <a:r>
              <a:rPr lang="en-US" dirty="0" smtClean="0"/>
              <a:t> table.</a:t>
            </a:r>
          </a:p>
          <a:p>
            <a:pPr marL="158750" indent="0">
              <a:buNone/>
            </a:pPr>
            <a:r>
              <a:rPr lang="en-US" sz="1200" b="0" i="0" u="none" strike="noStrike" kern="1200" cap="none" dirty="0" err="1" smtClean="0">
                <a:solidFill>
                  <a:schemeClr val="tx1"/>
                </a:solidFill>
                <a:latin typeface="Arial"/>
                <a:ea typeface="Arial"/>
                <a:cs typeface="Arial"/>
                <a:sym typeface="Arial"/>
              </a:rPr>
              <a:t>courseID</a:t>
            </a:r>
            <a:r>
              <a:rPr lang="en-US" dirty="0" smtClean="0"/>
              <a:t> is another </a:t>
            </a:r>
            <a:r>
              <a:rPr lang="en-US" b="1" dirty="0" smtClean="0"/>
              <a:t>foreign key</a:t>
            </a:r>
            <a:r>
              <a:rPr lang="en-US" dirty="0" smtClean="0"/>
              <a:t> referencing the </a:t>
            </a:r>
            <a:r>
              <a:rPr lang="en-US" sz="1200" b="0" i="0" u="none" strike="noStrike" kern="1200" cap="none" dirty="0" smtClean="0">
                <a:solidFill>
                  <a:schemeClr val="tx1"/>
                </a:solidFill>
                <a:latin typeface="Arial"/>
                <a:ea typeface="Arial"/>
                <a:cs typeface="Arial"/>
                <a:sym typeface="Arial"/>
              </a:rPr>
              <a:t>courses</a:t>
            </a:r>
            <a:r>
              <a:rPr lang="en-US" dirty="0" smtClean="0"/>
              <a:t> table.</a:t>
            </a:r>
          </a:p>
          <a:p>
            <a:r>
              <a:rPr lang="en-US" dirty="0" smtClean="0"/>
              <a:t>This ensures:</a:t>
            </a:r>
          </a:p>
          <a:p>
            <a:pPr lvl="1"/>
            <a:r>
              <a:rPr lang="en-US" dirty="0" smtClean="0"/>
              <a:t>You cannot register a student that does not exist in the </a:t>
            </a:r>
            <a:r>
              <a:rPr lang="en-US" sz="1200" b="0" i="0" u="none" strike="noStrike" kern="1200" cap="none" dirty="0" smtClean="0">
                <a:solidFill>
                  <a:schemeClr val="tx1"/>
                </a:solidFill>
                <a:latin typeface="Arial"/>
                <a:ea typeface="Arial"/>
                <a:cs typeface="Arial"/>
                <a:sym typeface="Arial"/>
              </a:rPr>
              <a:t>student</a:t>
            </a:r>
            <a:r>
              <a:rPr lang="en-US" dirty="0" smtClean="0"/>
              <a:t> table.</a:t>
            </a:r>
          </a:p>
          <a:p>
            <a:pPr lvl="1"/>
            <a:r>
              <a:rPr lang="en-US" dirty="0" smtClean="0"/>
              <a:t>You cannot register a course that does not exist in the </a:t>
            </a:r>
            <a:r>
              <a:rPr lang="en-US" sz="1200" b="0" i="0" u="none" strike="noStrike" kern="1200" cap="none" dirty="0" smtClean="0">
                <a:solidFill>
                  <a:schemeClr val="tx1"/>
                </a:solidFill>
                <a:latin typeface="Arial"/>
                <a:ea typeface="Arial"/>
                <a:cs typeface="Arial"/>
                <a:sym typeface="Arial"/>
              </a:rPr>
              <a:t>courses</a:t>
            </a:r>
            <a:r>
              <a:rPr lang="en-US" dirty="0" smtClean="0"/>
              <a:t> table.</a:t>
            </a:r>
          </a:p>
          <a:p>
            <a:r>
              <a:rPr lang="en-US" dirty="0" smtClean="0"/>
              <a:t/>
            </a:r>
            <a:br>
              <a:rPr lang="en-US" dirty="0" smtClean="0"/>
            </a:br>
            <a:endParaRPr lang="en-US" dirty="0" smtClean="0"/>
          </a:p>
          <a:p>
            <a:pPr marL="158750" indent="0">
              <a:buNone/>
            </a:pPr>
            <a:r>
              <a:rPr lang="en-US" b="1" dirty="0" smtClean="0"/>
              <a:t>Why are Primary &amp; Foreign Keys Important?</a:t>
            </a:r>
          </a:p>
          <a:p>
            <a:r>
              <a:rPr lang="en-US" dirty="0" smtClean="0"/>
              <a:t>They </a:t>
            </a:r>
            <a:r>
              <a:rPr lang="en-US" b="1" dirty="0" smtClean="0"/>
              <a:t>organize data</a:t>
            </a:r>
            <a:r>
              <a:rPr lang="en-US" dirty="0" smtClean="0"/>
              <a:t> by making sure relationships between tables are correct.</a:t>
            </a:r>
          </a:p>
          <a:p>
            <a:r>
              <a:rPr lang="en-US" dirty="0" smtClean="0"/>
              <a:t>They </a:t>
            </a:r>
            <a:r>
              <a:rPr lang="en-US" b="1" dirty="0" smtClean="0"/>
              <a:t>prevent mistakes</a:t>
            </a:r>
            <a:r>
              <a:rPr lang="en-US" dirty="0" smtClean="0"/>
              <a:t> (like having grades for a non-existent student).</a:t>
            </a:r>
          </a:p>
          <a:p>
            <a:r>
              <a:rPr lang="en-US" dirty="0" smtClean="0"/>
              <a:t>They allow us to use </a:t>
            </a:r>
            <a:r>
              <a:rPr lang="en-US" b="1" dirty="0" smtClean="0"/>
              <a:t>JOIN operations</a:t>
            </a:r>
            <a:r>
              <a:rPr lang="en-US" dirty="0" smtClean="0"/>
              <a:t> to combine data from multiple tables.</a:t>
            </a:r>
          </a:p>
          <a:p>
            <a:pPr marL="158750" indent="0">
              <a:buNone/>
            </a:pPr>
            <a:r>
              <a:rPr lang="en-US" dirty="0" smtClean="0"/>
              <a:t/>
            </a:r>
            <a:br>
              <a:rPr lang="en-US" dirty="0" smtClean="0"/>
            </a:br>
            <a:endParaRPr lang="en-US" dirty="0" smtClean="0"/>
          </a:p>
          <a:p>
            <a:pPr marL="158750" indent="0">
              <a:buNone/>
            </a:pPr>
            <a:r>
              <a:rPr lang="en-US" dirty="0" smtClean="0"/>
              <a:t> </a:t>
            </a:r>
            <a:r>
              <a:rPr lang="en-US" b="1" dirty="0" smtClean="0"/>
              <a:t>Note:</a:t>
            </a:r>
            <a:r>
              <a:rPr lang="en-US" dirty="0" smtClean="0"/>
              <a:t> SQLite requires </a:t>
            </a:r>
            <a:r>
              <a:rPr lang="en-US" sz="1200" b="0" i="0" u="none" strike="noStrike" kern="1200" cap="none" dirty="0" err="1" smtClean="0">
                <a:solidFill>
                  <a:schemeClr val="tx1"/>
                </a:solidFill>
                <a:latin typeface="Arial"/>
                <a:ea typeface="Arial"/>
                <a:cs typeface="Arial"/>
                <a:sym typeface="Arial"/>
              </a:rPr>
              <a:t>db.execute</a:t>
            </a:r>
            <a:r>
              <a:rPr lang="en-US" sz="1200" b="0" i="0" u="none" strike="noStrike" kern="1200" cap="none" dirty="0" smtClean="0">
                <a:solidFill>
                  <a:schemeClr val="tx1"/>
                </a:solidFill>
                <a:latin typeface="Arial"/>
                <a:ea typeface="Arial"/>
                <a:cs typeface="Arial"/>
                <a:sym typeface="Arial"/>
              </a:rPr>
              <a:t>("PRAGMA </a:t>
            </a:r>
            <a:r>
              <a:rPr lang="en-US" sz="1200" b="0" i="0" u="none" strike="noStrike" kern="1200" cap="none" dirty="0" err="1" smtClean="0">
                <a:solidFill>
                  <a:schemeClr val="tx1"/>
                </a:solidFill>
                <a:latin typeface="Arial"/>
                <a:ea typeface="Arial"/>
                <a:cs typeface="Arial"/>
                <a:sym typeface="Arial"/>
              </a:rPr>
              <a:t>foreign_keys</a:t>
            </a:r>
            <a:r>
              <a:rPr lang="en-US" sz="1200" b="0" i="0" u="none" strike="noStrike" kern="1200" cap="none" dirty="0" smtClean="0">
                <a:solidFill>
                  <a:schemeClr val="tx1"/>
                </a:solidFill>
                <a:latin typeface="Arial"/>
                <a:ea typeface="Arial"/>
                <a:cs typeface="Arial"/>
                <a:sym typeface="Arial"/>
              </a:rPr>
              <a:t>=ON")</a:t>
            </a:r>
            <a:r>
              <a:rPr lang="en-US" dirty="0" smtClean="0"/>
              <a:t> to enforce foreign keys.</a:t>
            </a:r>
          </a:p>
          <a:p>
            <a:pPr marL="158750" indent="0">
              <a:buNone/>
            </a:pPr>
            <a:endParaRPr lang="en-US" dirty="0"/>
          </a:p>
        </p:txBody>
      </p:sp>
    </p:spTree>
    <p:extLst>
      <p:ext uri="{BB962C8B-B14F-4D97-AF65-F5344CB8AC3E}">
        <p14:creationId xmlns:p14="http://schemas.microsoft.com/office/powerpoint/2010/main" val="3712655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dirty="0" smtClean="0"/>
              <a:t>Primary Key</a:t>
            </a:r>
          </a:p>
          <a:p>
            <a:r>
              <a:rPr lang="en-US" dirty="0" smtClean="0"/>
              <a:t>A </a:t>
            </a:r>
            <a:r>
              <a:rPr lang="en-US" b="1" dirty="0" smtClean="0"/>
              <a:t>primary key</a:t>
            </a:r>
            <a:r>
              <a:rPr lang="en-US" dirty="0" smtClean="0"/>
              <a:t> is one (or more) column(s) in a table that </a:t>
            </a:r>
            <a:r>
              <a:rPr lang="en-US" b="1" dirty="0" smtClean="0"/>
              <a:t>uniquely identifies each row</a:t>
            </a:r>
            <a:r>
              <a:rPr lang="en-US" dirty="0" smtClean="0"/>
              <a:t>.</a:t>
            </a:r>
          </a:p>
          <a:p>
            <a:r>
              <a:rPr lang="en-US" dirty="0" smtClean="0"/>
              <a:t>Rules of a primary key:</a:t>
            </a:r>
          </a:p>
          <a:p>
            <a:pPr lvl="1"/>
            <a:r>
              <a:rPr lang="en-US" dirty="0" smtClean="0"/>
              <a:t>It </a:t>
            </a:r>
            <a:r>
              <a:rPr lang="en-US" b="1" dirty="0" smtClean="0"/>
              <a:t>must be unique</a:t>
            </a:r>
            <a:r>
              <a:rPr lang="en-US" dirty="0" smtClean="0"/>
              <a:t> → no two rows can have the same value.</a:t>
            </a:r>
          </a:p>
          <a:p>
            <a:pPr lvl="1"/>
            <a:r>
              <a:rPr lang="en-US" dirty="0" smtClean="0"/>
              <a:t>It </a:t>
            </a:r>
            <a:r>
              <a:rPr lang="en-US" b="1" dirty="0" smtClean="0"/>
              <a:t>cannot be NULL</a:t>
            </a:r>
            <a:r>
              <a:rPr lang="en-US" dirty="0" smtClean="0"/>
              <a:t> → every row must have a value for it.</a:t>
            </a:r>
          </a:p>
          <a:p>
            <a:pPr lvl="1"/>
            <a:r>
              <a:rPr lang="en-US" dirty="0" smtClean="0"/>
              <a:t>Each table can have </a:t>
            </a:r>
            <a:r>
              <a:rPr lang="en-US" b="1" dirty="0" smtClean="0"/>
              <a:t>only one</a:t>
            </a:r>
            <a:r>
              <a:rPr lang="en-US" dirty="0" smtClean="0"/>
              <a:t> primary key (but it can be made of multiple columns).</a:t>
            </a:r>
          </a:p>
          <a:p>
            <a:r>
              <a:rPr lang="en-US" b="1" dirty="0" smtClean="0"/>
              <a:t>Example:</a:t>
            </a:r>
            <a:r>
              <a:rPr lang="en-US" dirty="0" smtClean="0"/>
              <a:t/>
            </a:r>
            <a:br>
              <a:rPr lang="en-US" dirty="0" smtClean="0"/>
            </a:br>
            <a:r>
              <a:rPr lang="en-US" dirty="0" smtClean="0"/>
              <a:t>A table of students:</a:t>
            </a:r>
          </a:p>
          <a:p>
            <a:pPr marL="158750" indent="0" rtl="0">
              <a:buNone/>
            </a:pPr>
            <a:r>
              <a:rPr lang="en-US" sz="1200" b="0" i="1" u="none" strike="noStrike" kern="1200" cap="none" dirty="0" smtClean="0">
                <a:solidFill>
                  <a:schemeClr val="tx1"/>
                </a:solidFill>
                <a:latin typeface="Arial"/>
                <a:ea typeface="Arial"/>
                <a:cs typeface="Arial"/>
                <a:sym typeface="Arial"/>
              </a:rPr>
              <a:t>CREATE TABLE student(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INT PRIMARY KEY,</a:t>
            </a:r>
          </a:p>
          <a:p>
            <a:pPr marL="158750" indent="0" rtl="0">
              <a:buNone/>
            </a:pPr>
            <a:r>
              <a:rPr lang="en-US" sz="1200" b="0" i="1" u="none" strike="noStrike" kern="1200" cap="none" dirty="0" smtClean="0">
                <a:solidFill>
                  <a:schemeClr val="tx1"/>
                </a:solidFill>
                <a:latin typeface="Arial"/>
                <a:ea typeface="Arial"/>
                <a:cs typeface="Arial"/>
                <a:sym typeface="Arial"/>
              </a:rPr>
              <a:t>    name TEXT,</a:t>
            </a:r>
          </a:p>
          <a:p>
            <a:pPr marL="158750" indent="0" rtl="0">
              <a:buNone/>
            </a:pPr>
            <a:r>
              <a:rPr lang="en-US" sz="1200" b="0" i="1" u="none" strike="noStrike" kern="1200" cap="none" dirty="0" smtClean="0">
                <a:solidFill>
                  <a:schemeClr val="tx1"/>
                </a:solidFill>
                <a:latin typeface="Arial"/>
                <a:ea typeface="Arial"/>
                <a:cs typeface="Arial"/>
                <a:sym typeface="Arial"/>
              </a:rPr>
              <a:t>    age INT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a:buNone/>
            </a:pPr>
            <a:r>
              <a:rPr lang="en-US" dirty="0" smtClean="0"/>
              <a:t>Here, </a:t>
            </a:r>
            <a:r>
              <a:rPr lang="en-US" sz="1200" b="0" i="0" u="none" strike="noStrike" kern="1200" cap="none" dirty="0" err="1" smtClean="0">
                <a:solidFill>
                  <a:schemeClr val="tx1"/>
                </a:solidFill>
                <a:latin typeface="Arial"/>
                <a:ea typeface="Arial"/>
                <a:cs typeface="Arial"/>
                <a:sym typeface="Arial"/>
              </a:rPr>
              <a:t>studentID</a:t>
            </a:r>
            <a:r>
              <a:rPr lang="en-US" dirty="0" smtClean="0"/>
              <a:t> is the </a:t>
            </a:r>
            <a:r>
              <a:rPr lang="en-US" b="1" dirty="0" smtClean="0"/>
              <a:t>primary key</a:t>
            </a:r>
            <a:r>
              <a:rPr lang="en-US" dirty="0" smtClean="0"/>
              <a:t>.</a:t>
            </a:r>
            <a:br>
              <a:rPr lang="en-US" dirty="0" smtClean="0"/>
            </a:br>
            <a:r>
              <a:rPr lang="en-US" dirty="0" smtClean="0"/>
              <a:t>This ensures no two students can have the same ID.</a:t>
            </a:r>
            <a:br>
              <a:rPr lang="en-US" dirty="0" smtClean="0"/>
            </a:br>
            <a:r>
              <a:rPr lang="en-US" dirty="0" smtClean="0"/>
              <a:t/>
            </a:r>
            <a:br>
              <a:rPr lang="en-US" dirty="0" smtClean="0"/>
            </a:br>
            <a:r>
              <a:rPr lang="en-US" b="1" dirty="0" smtClean="0"/>
              <a:t>Foreign Key</a:t>
            </a:r>
          </a:p>
          <a:p>
            <a:r>
              <a:rPr lang="en-US" dirty="0" smtClean="0"/>
              <a:t>A </a:t>
            </a:r>
            <a:r>
              <a:rPr lang="en-US" b="1" dirty="0" smtClean="0"/>
              <a:t>foreign key</a:t>
            </a:r>
            <a:r>
              <a:rPr lang="en-US" dirty="0" smtClean="0"/>
              <a:t> is a column (or set of columns) in a table that refers to the </a:t>
            </a:r>
            <a:r>
              <a:rPr lang="en-US" b="1" dirty="0" smtClean="0"/>
              <a:t>primary key of another table</a:t>
            </a:r>
            <a:r>
              <a:rPr lang="en-US" dirty="0" smtClean="0"/>
              <a:t>.</a:t>
            </a:r>
          </a:p>
          <a:p>
            <a:r>
              <a:rPr lang="en-US" dirty="0" smtClean="0"/>
              <a:t>It is used to </a:t>
            </a:r>
            <a:r>
              <a:rPr lang="en-US" b="1" dirty="0" smtClean="0"/>
              <a:t>link tables together</a:t>
            </a:r>
            <a:r>
              <a:rPr lang="en-US" dirty="0" smtClean="0"/>
              <a:t>.</a:t>
            </a:r>
          </a:p>
          <a:p>
            <a:r>
              <a:rPr lang="en-US" dirty="0" smtClean="0"/>
              <a:t>It ensures </a:t>
            </a:r>
            <a:r>
              <a:rPr lang="en-US" b="1" dirty="0" smtClean="0"/>
              <a:t>referential integrity</a:t>
            </a:r>
            <a:r>
              <a:rPr lang="en-US" dirty="0" smtClean="0"/>
              <a:t>, meaning that values in the foreign key column must already exist in the referenced primary key column.</a:t>
            </a:r>
          </a:p>
          <a:p>
            <a:r>
              <a:rPr lang="en-US" b="1" dirty="0" smtClean="0"/>
              <a:t>Example:</a:t>
            </a:r>
            <a:endParaRPr lang="en-US" b="0" dirty="0" smtClean="0"/>
          </a:p>
          <a:p>
            <a:pPr marL="158750" indent="0">
              <a:buNone/>
            </a:pPr>
            <a:r>
              <a:rPr lang="en-US" dirty="0" smtClean="0"/>
              <a:t>Suppose we have a </a:t>
            </a:r>
            <a:r>
              <a:rPr lang="en-US" sz="1200" b="0" i="0" u="none" strike="noStrike" kern="1200" cap="none" dirty="0" smtClean="0">
                <a:solidFill>
                  <a:schemeClr val="tx1"/>
                </a:solidFill>
                <a:latin typeface="Arial"/>
                <a:ea typeface="Arial"/>
                <a:cs typeface="Arial"/>
                <a:sym typeface="Arial"/>
              </a:rPr>
              <a:t>courses</a:t>
            </a:r>
            <a:r>
              <a:rPr lang="en-US" dirty="0" smtClean="0"/>
              <a:t> table and a </a:t>
            </a:r>
            <a:r>
              <a:rPr lang="en-US" sz="1200" b="0" i="0" u="none" strike="noStrike" kern="1200" cap="none" dirty="0" err="1" smtClean="0">
                <a:solidFill>
                  <a:schemeClr val="tx1"/>
                </a:solidFill>
                <a:latin typeface="Arial"/>
                <a:ea typeface="Arial"/>
                <a:cs typeface="Arial"/>
                <a:sym typeface="Arial"/>
              </a:rPr>
              <a:t>registered_courses</a:t>
            </a:r>
            <a:r>
              <a:rPr lang="en-US" dirty="0" smtClean="0"/>
              <a:t> table:</a:t>
            </a:r>
          </a:p>
          <a:p>
            <a:pPr marL="158750" indent="0" rtl="0">
              <a:buNone/>
            </a:pPr>
            <a:r>
              <a:rPr lang="en-US" sz="1200" b="0" i="1" u="none" strike="noStrike" kern="1200" cap="none" dirty="0" smtClean="0">
                <a:solidFill>
                  <a:schemeClr val="tx1"/>
                </a:solidFill>
                <a:latin typeface="Arial"/>
                <a:ea typeface="Arial"/>
                <a:cs typeface="Arial"/>
                <a:sym typeface="Arial"/>
              </a:rPr>
              <a:t>CREATE TABLE courses(</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INT PRIMARY KEY,</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courseName</a:t>
            </a:r>
            <a:r>
              <a:rPr lang="en-US" sz="1200" b="0" i="1" u="none" strike="noStrike" kern="1200" cap="none" dirty="0" smtClean="0">
                <a:solidFill>
                  <a:schemeClr val="tx1"/>
                </a:solidFill>
                <a:latin typeface="Arial"/>
                <a:ea typeface="Arial"/>
                <a:cs typeface="Arial"/>
                <a:sym typeface="Arial"/>
              </a:rPr>
              <a:t> TEXT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rtl="0">
              <a:buNone/>
            </a:pPr>
            <a:endParaRPr lang="en-US" sz="1200" b="0" i="1" u="none" strike="noStrike" kern="1200" cap="none" dirty="0" smtClean="0">
              <a:solidFill>
                <a:schemeClr val="tx1"/>
              </a:solidFill>
              <a:latin typeface="Arial"/>
              <a:ea typeface="Arial"/>
              <a:cs typeface="Arial"/>
              <a:sym typeface="Arial"/>
            </a:endParaRPr>
          </a:p>
          <a:p>
            <a:pPr marL="158750" indent="0" rtl="0">
              <a:buNone/>
            </a:pPr>
            <a:r>
              <a:rPr lang="en-US" sz="1200" b="0" i="1" u="none" strike="noStrike" kern="1200" cap="none" dirty="0" smtClean="0">
                <a:solidFill>
                  <a:schemeClr val="tx1"/>
                </a:solidFill>
                <a:latin typeface="Arial"/>
                <a:ea typeface="Arial"/>
                <a:cs typeface="Arial"/>
                <a:sym typeface="Arial"/>
              </a:rPr>
              <a:t>CREATE TABLE </a:t>
            </a:r>
            <a:r>
              <a:rPr lang="en-US" sz="1200" b="0" i="1" u="none" strike="noStrike" kern="1200" cap="none" dirty="0" err="1" smtClean="0">
                <a:solidFill>
                  <a:schemeClr val="tx1"/>
                </a:solidFill>
                <a:latin typeface="Arial"/>
                <a:ea typeface="Arial"/>
                <a:cs typeface="Arial"/>
                <a:sym typeface="Arial"/>
              </a:rPr>
              <a:t>registered_courses</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INT,</a:t>
            </a:r>
          </a:p>
          <a:p>
            <a:pPr marL="158750" indent="0" rtl="0">
              <a:buNone/>
            </a:pPr>
            <a:r>
              <a:rPr lang="en-US" sz="1200" b="0" i="1" u="none" strike="noStrike" kern="1200" cap="none" dirty="0" smtClean="0">
                <a:solidFill>
                  <a:schemeClr val="tx1"/>
                </a:solidFill>
                <a:latin typeface="Arial"/>
                <a:ea typeface="Arial"/>
                <a:cs typeface="Arial"/>
                <a:sym typeface="Arial"/>
              </a:rPr>
              <a:t>    </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INT,</a:t>
            </a:r>
          </a:p>
          <a:p>
            <a:pPr marL="158750" indent="0" rtl="0">
              <a:buNone/>
            </a:pPr>
            <a:r>
              <a:rPr lang="en-US" sz="1200" b="0" i="1" u="none" strike="noStrike" kern="1200" cap="none" dirty="0" smtClean="0">
                <a:solidFill>
                  <a:schemeClr val="tx1"/>
                </a:solidFill>
                <a:latin typeface="Arial"/>
                <a:ea typeface="Arial"/>
                <a:cs typeface="Arial"/>
                <a:sym typeface="Arial"/>
              </a:rPr>
              <a:t>    FOREIGN KEY(</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 REFERENCES student(</a:t>
            </a:r>
            <a:r>
              <a:rPr lang="en-US" sz="1200" b="0" i="1" u="none" strike="noStrike" kern="1200" cap="none" dirty="0" err="1" smtClean="0">
                <a:solidFill>
                  <a:schemeClr val="tx1"/>
                </a:solidFill>
                <a:latin typeface="Arial"/>
                <a:ea typeface="Arial"/>
                <a:cs typeface="Arial"/>
                <a:sym typeface="Arial"/>
              </a:rPr>
              <a:t>studentID</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    FOREIGN KEY(</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 REFERENCES courses(</a:t>
            </a:r>
            <a:r>
              <a:rPr lang="en-US" sz="1200" b="0" i="1" u="none" strike="noStrike" kern="1200" cap="none" dirty="0" err="1" smtClean="0">
                <a:solidFill>
                  <a:schemeClr val="tx1"/>
                </a:solidFill>
                <a:latin typeface="Arial"/>
                <a:ea typeface="Arial"/>
                <a:cs typeface="Arial"/>
                <a:sym typeface="Arial"/>
              </a:rPr>
              <a:t>courseID</a:t>
            </a:r>
            <a:r>
              <a:rPr lang="en-US" sz="1200" b="0" i="1" u="none" strike="noStrike" kern="1200" cap="none" dirty="0" smtClean="0">
                <a:solidFill>
                  <a:schemeClr val="tx1"/>
                </a:solidFill>
                <a:latin typeface="Arial"/>
                <a:ea typeface="Arial"/>
                <a:cs typeface="Arial"/>
                <a:sym typeface="Arial"/>
              </a:rPr>
              <a:t>)</a:t>
            </a:r>
          </a:p>
          <a:p>
            <a:pPr marL="158750" indent="0" rtl="0">
              <a:buNone/>
            </a:pPr>
            <a:r>
              <a:rPr lang="en-US" sz="1200" b="0" i="1" u="none" strike="noStrike" kern="1200" cap="none" dirty="0" smtClean="0">
                <a:solidFill>
                  <a:schemeClr val="tx1"/>
                </a:solidFill>
                <a:latin typeface="Arial"/>
                <a:ea typeface="Arial"/>
                <a:cs typeface="Arial"/>
                <a:sym typeface="Arial"/>
              </a:rPr>
              <a:t>);</a:t>
            </a:r>
          </a:p>
          <a:p>
            <a:pPr marL="158750" indent="0">
              <a:buNone/>
            </a:pPr>
            <a:r>
              <a:rPr lang="en-US" sz="1200" b="0" i="0" u="none" strike="noStrike" kern="1200" cap="none" dirty="0" err="1" smtClean="0">
                <a:solidFill>
                  <a:schemeClr val="tx1"/>
                </a:solidFill>
                <a:latin typeface="Arial"/>
                <a:ea typeface="Arial"/>
                <a:cs typeface="Arial"/>
                <a:sym typeface="Arial"/>
              </a:rPr>
              <a:t>studentID</a:t>
            </a:r>
            <a:r>
              <a:rPr lang="en-US" dirty="0" smtClean="0"/>
              <a:t> here is a </a:t>
            </a:r>
            <a:r>
              <a:rPr lang="en-US" b="1" dirty="0" smtClean="0"/>
              <a:t>foreign key</a:t>
            </a:r>
            <a:r>
              <a:rPr lang="en-US" dirty="0" smtClean="0"/>
              <a:t> referencing the </a:t>
            </a:r>
            <a:r>
              <a:rPr lang="en-US" sz="1200" b="0" i="0" u="none" strike="noStrike" kern="1200" cap="none" dirty="0" smtClean="0">
                <a:solidFill>
                  <a:schemeClr val="tx1"/>
                </a:solidFill>
                <a:latin typeface="Arial"/>
                <a:ea typeface="Arial"/>
                <a:cs typeface="Arial"/>
                <a:sym typeface="Arial"/>
              </a:rPr>
              <a:t>student</a:t>
            </a:r>
            <a:r>
              <a:rPr lang="en-US" dirty="0" smtClean="0"/>
              <a:t> table.</a:t>
            </a:r>
          </a:p>
          <a:p>
            <a:pPr marL="158750" indent="0">
              <a:buNone/>
            </a:pPr>
            <a:r>
              <a:rPr lang="en-US" sz="1200" b="0" i="0" u="none" strike="noStrike" kern="1200" cap="none" dirty="0" err="1" smtClean="0">
                <a:solidFill>
                  <a:schemeClr val="tx1"/>
                </a:solidFill>
                <a:latin typeface="Arial"/>
                <a:ea typeface="Arial"/>
                <a:cs typeface="Arial"/>
                <a:sym typeface="Arial"/>
              </a:rPr>
              <a:t>courseID</a:t>
            </a:r>
            <a:r>
              <a:rPr lang="en-US" dirty="0" smtClean="0"/>
              <a:t> is another </a:t>
            </a:r>
            <a:r>
              <a:rPr lang="en-US" b="1" dirty="0" smtClean="0"/>
              <a:t>foreign key</a:t>
            </a:r>
            <a:r>
              <a:rPr lang="en-US" dirty="0" smtClean="0"/>
              <a:t> referencing the </a:t>
            </a:r>
            <a:r>
              <a:rPr lang="en-US" sz="1200" b="0" i="0" u="none" strike="noStrike" kern="1200" cap="none" dirty="0" smtClean="0">
                <a:solidFill>
                  <a:schemeClr val="tx1"/>
                </a:solidFill>
                <a:latin typeface="Arial"/>
                <a:ea typeface="Arial"/>
                <a:cs typeface="Arial"/>
                <a:sym typeface="Arial"/>
              </a:rPr>
              <a:t>courses</a:t>
            </a:r>
            <a:r>
              <a:rPr lang="en-US" dirty="0" smtClean="0"/>
              <a:t> table.</a:t>
            </a:r>
          </a:p>
          <a:p>
            <a:r>
              <a:rPr lang="en-US" dirty="0" smtClean="0"/>
              <a:t>This ensures:</a:t>
            </a:r>
          </a:p>
          <a:p>
            <a:pPr lvl="1"/>
            <a:r>
              <a:rPr lang="en-US" dirty="0" smtClean="0"/>
              <a:t>You cannot register a student that does not exist in the </a:t>
            </a:r>
            <a:r>
              <a:rPr lang="en-US" sz="1200" b="0" i="0" u="none" strike="noStrike" kern="1200" cap="none" dirty="0" smtClean="0">
                <a:solidFill>
                  <a:schemeClr val="tx1"/>
                </a:solidFill>
                <a:latin typeface="Arial"/>
                <a:ea typeface="Arial"/>
                <a:cs typeface="Arial"/>
                <a:sym typeface="Arial"/>
              </a:rPr>
              <a:t>student</a:t>
            </a:r>
            <a:r>
              <a:rPr lang="en-US" dirty="0" smtClean="0"/>
              <a:t> table.</a:t>
            </a:r>
          </a:p>
          <a:p>
            <a:pPr lvl="1"/>
            <a:r>
              <a:rPr lang="en-US" dirty="0" smtClean="0"/>
              <a:t>You cannot register a course that does not exist in the </a:t>
            </a:r>
            <a:r>
              <a:rPr lang="en-US" sz="1200" b="0" i="0" u="none" strike="noStrike" kern="1200" cap="none" dirty="0" smtClean="0">
                <a:solidFill>
                  <a:schemeClr val="tx1"/>
                </a:solidFill>
                <a:latin typeface="Arial"/>
                <a:ea typeface="Arial"/>
                <a:cs typeface="Arial"/>
                <a:sym typeface="Arial"/>
              </a:rPr>
              <a:t>courses</a:t>
            </a:r>
            <a:r>
              <a:rPr lang="en-US" dirty="0" smtClean="0"/>
              <a:t> table.</a:t>
            </a:r>
          </a:p>
          <a:p>
            <a:r>
              <a:rPr lang="en-US" dirty="0" smtClean="0"/>
              <a:t/>
            </a:r>
            <a:br>
              <a:rPr lang="en-US" dirty="0" smtClean="0"/>
            </a:br>
            <a:endParaRPr lang="en-US" dirty="0" smtClean="0"/>
          </a:p>
          <a:p>
            <a:pPr marL="158750" indent="0">
              <a:buNone/>
            </a:pPr>
            <a:r>
              <a:rPr lang="en-US" b="1" dirty="0" smtClean="0"/>
              <a:t>Why are Primary &amp; Foreign Keys Important?</a:t>
            </a:r>
          </a:p>
          <a:p>
            <a:r>
              <a:rPr lang="en-US" dirty="0" smtClean="0"/>
              <a:t>They </a:t>
            </a:r>
            <a:r>
              <a:rPr lang="en-US" b="1" dirty="0" smtClean="0"/>
              <a:t>organize data</a:t>
            </a:r>
            <a:r>
              <a:rPr lang="en-US" dirty="0" smtClean="0"/>
              <a:t> by making sure relationships between tables are correct.</a:t>
            </a:r>
          </a:p>
          <a:p>
            <a:r>
              <a:rPr lang="en-US" dirty="0" smtClean="0"/>
              <a:t>They </a:t>
            </a:r>
            <a:r>
              <a:rPr lang="en-US" b="1" dirty="0" smtClean="0"/>
              <a:t>prevent mistakes</a:t>
            </a:r>
            <a:r>
              <a:rPr lang="en-US" dirty="0" smtClean="0"/>
              <a:t> (like having grades for a non-existent student).</a:t>
            </a:r>
          </a:p>
          <a:p>
            <a:r>
              <a:rPr lang="en-US" dirty="0" smtClean="0"/>
              <a:t>They allow us to use </a:t>
            </a:r>
            <a:r>
              <a:rPr lang="en-US" b="1" dirty="0" smtClean="0"/>
              <a:t>JOIN operations</a:t>
            </a:r>
            <a:r>
              <a:rPr lang="en-US" dirty="0" smtClean="0"/>
              <a:t> to combine data from multiple tables.</a:t>
            </a:r>
          </a:p>
          <a:p>
            <a:pPr marL="158750" indent="0">
              <a:buNone/>
            </a:pPr>
            <a:r>
              <a:rPr lang="en-US" dirty="0" smtClean="0"/>
              <a:t/>
            </a:r>
            <a:br>
              <a:rPr lang="en-US" dirty="0" smtClean="0"/>
            </a:br>
            <a:endParaRPr lang="en-US" dirty="0" smtClean="0"/>
          </a:p>
          <a:p>
            <a:pPr marL="158750" indent="0">
              <a:buNone/>
            </a:pPr>
            <a:r>
              <a:rPr lang="en-US" dirty="0" smtClean="0"/>
              <a:t> </a:t>
            </a:r>
            <a:r>
              <a:rPr lang="en-US" b="1" dirty="0" smtClean="0"/>
              <a:t>Note:</a:t>
            </a:r>
            <a:r>
              <a:rPr lang="en-US" dirty="0" smtClean="0"/>
              <a:t> SQLite requires </a:t>
            </a:r>
            <a:r>
              <a:rPr lang="en-US" sz="1200" b="0" i="0" u="none" strike="noStrike" kern="1200" cap="none" dirty="0" err="1" smtClean="0">
                <a:solidFill>
                  <a:schemeClr val="tx1"/>
                </a:solidFill>
                <a:latin typeface="Arial"/>
                <a:ea typeface="Arial"/>
                <a:cs typeface="Arial"/>
                <a:sym typeface="Arial"/>
              </a:rPr>
              <a:t>db.execute</a:t>
            </a:r>
            <a:r>
              <a:rPr lang="en-US" sz="1200" b="0" i="0" u="none" strike="noStrike" kern="1200" cap="none" dirty="0" smtClean="0">
                <a:solidFill>
                  <a:schemeClr val="tx1"/>
                </a:solidFill>
                <a:latin typeface="Arial"/>
                <a:ea typeface="Arial"/>
                <a:cs typeface="Arial"/>
                <a:sym typeface="Arial"/>
              </a:rPr>
              <a:t>("PRAGMA </a:t>
            </a:r>
            <a:r>
              <a:rPr lang="en-US" sz="1200" b="0" i="0" u="none" strike="noStrike" kern="1200" cap="none" dirty="0" err="1" smtClean="0">
                <a:solidFill>
                  <a:schemeClr val="tx1"/>
                </a:solidFill>
                <a:latin typeface="Arial"/>
                <a:ea typeface="Arial"/>
                <a:cs typeface="Arial"/>
                <a:sym typeface="Arial"/>
              </a:rPr>
              <a:t>foreign_keys</a:t>
            </a:r>
            <a:r>
              <a:rPr lang="en-US" sz="1200" b="0" i="0" u="none" strike="noStrike" kern="1200" cap="none" dirty="0" smtClean="0">
                <a:solidFill>
                  <a:schemeClr val="tx1"/>
                </a:solidFill>
                <a:latin typeface="Arial"/>
                <a:ea typeface="Arial"/>
                <a:cs typeface="Arial"/>
                <a:sym typeface="Arial"/>
              </a:rPr>
              <a:t>=ON")</a:t>
            </a:r>
            <a:r>
              <a:rPr lang="en-US" dirty="0" smtClean="0"/>
              <a:t> to enforce foreign keys.</a:t>
            </a:r>
          </a:p>
          <a:p>
            <a:pPr marL="158750" indent="0">
              <a:buNone/>
            </a:pPr>
            <a:endParaRPr lang="en-US" dirty="0"/>
          </a:p>
        </p:txBody>
      </p:sp>
    </p:spTree>
    <p:extLst>
      <p:ext uri="{BB962C8B-B14F-4D97-AF65-F5344CB8AC3E}">
        <p14:creationId xmlns:p14="http://schemas.microsoft.com/office/powerpoint/2010/main" val="10564870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smtClean="0"/>
              <a:t>Now you will combine everything you learned.</a:t>
            </a:r>
            <a:br>
              <a:rPr lang="en-US" dirty="0" smtClean="0"/>
            </a:br>
            <a:endParaRPr lang="en-US" dirty="0" smtClean="0"/>
          </a:p>
          <a:p>
            <a:r>
              <a:rPr lang="en-US" b="1" dirty="0" smtClean="0"/>
              <a:t>Task:</a:t>
            </a:r>
          </a:p>
          <a:p>
            <a:endParaRPr lang="en-US" b="1" dirty="0" smtClean="0"/>
          </a:p>
          <a:p>
            <a:pPr marL="228600" indent="-228600">
              <a:buFont typeface="+mj-lt"/>
              <a:buAutoNum type="arabicPeriod"/>
            </a:pPr>
            <a:r>
              <a:rPr lang="en-US" dirty="0" smtClean="0"/>
              <a:t>Create a database with 3 tables:</a:t>
            </a:r>
          </a:p>
          <a:p>
            <a:pPr marL="685800" lvl="1" indent="-228600">
              <a:buFont typeface="+mj-lt"/>
              <a:buAutoNum type="arabicPeriod"/>
            </a:pPr>
            <a:r>
              <a:rPr lang="en-US" b="1" dirty="0" smtClean="0"/>
              <a:t>student</a:t>
            </a:r>
            <a:r>
              <a:rPr lang="en-US" dirty="0" smtClean="0"/>
              <a:t> → ID (unique), name, age</a:t>
            </a:r>
          </a:p>
          <a:p>
            <a:pPr marL="685800" lvl="1" indent="-228600">
              <a:buFont typeface="+mj-lt"/>
              <a:buAutoNum type="arabicPeriod"/>
            </a:pPr>
            <a:r>
              <a:rPr lang="en-US" b="1" dirty="0" err="1" smtClean="0"/>
              <a:t>registered_courses</a:t>
            </a:r>
            <a:r>
              <a:rPr lang="en-US" dirty="0" smtClean="0"/>
              <a:t> → student ID, course ID</a:t>
            </a:r>
          </a:p>
          <a:p>
            <a:pPr marL="685800" lvl="1" indent="-228600">
              <a:buFont typeface="+mj-lt"/>
              <a:buAutoNum type="arabicPeriod"/>
            </a:pPr>
            <a:r>
              <a:rPr lang="en-US" b="1" dirty="0" smtClean="0"/>
              <a:t>grades</a:t>
            </a:r>
            <a:r>
              <a:rPr lang="en-US" dirty="0" smtClean="0"/>
              <a:t> → student ID, course ID, grade</a:t>
            </a:r>
          </a:p>
          <a:p>
            <a:pPr marL="228600" indent="-228600">
              <a:buFont typeface="+mj-lt"/>
              <a:buAutoNum type="arabicPeriod"/>
            </a:pPr>
            <a:r>
              <a:rPr lang="en-US" dirty="0" smtClean="0"/>
              <a:t>Insert sample data: at least 3 students, 3 courses, and some grades.</a:t>
            </a:r>
          </a:p>
          <a:p>
            <a:pPr marL="228600" indent="-228600">
              <a:buFont typeface="+mj-lt"/>
              <a:buAutoNum type="arabicPeriod"/>
            </a:pPr>
            <a:r>
              <a:rPr lang="en-US" dirty="0" smtClean="0"/>
              <a:t>Write queries:</a:t>
            </a:r>
          </a:p>
          <a:p>
            <a:pPr marL="685800" lvl="1" indent="-228600">
              <a:buFont typeface="Arial" panose="020B0604020202020204" pitchFamily="34" charset="0"/>
              <a:buChar char="•"/>
            </a:pPr>
            <a:r>
              <a:rPr lang="en-US" dirty="0" smtClean="0"/>
              <a:t>Get the </a:t>
            </a:r>
            <a:r>
              <a:rPr lang="en-US" b="1" dirty="0" smtClean="0"/>
              <a:t>maximum grade</a:t>
            </a:r>
            <a:r>
              <a:rPr lang="en-US" dirty="0" smtClean="0"/>
              <a:t> a student obtained, along with course and student ID.</a:t>
            </a:r>
          </a:p>
          <a:p>
            <a:pPr marL="685800" lvl="1" indent="-228600">
              <a:buFont typeface="Arial" panose="020B0604020202020204" pitchFamily="34" charset="0"/>
              <a:buChar char="•"/>
            </a:pPr>
            <a:r>
              <a:rPr lang="en-US" dirty="0" smtClean="0"/>
              <a:t>Get the </a:t>
            </a:r>
            <a:r>
              <a:rPr lang="en-US" b="1" dirty="0" smtClean="0"/>
              <a:t>average grade</a:t>
            </a:r>
            <a:r>
              <a:rPr lang="en-US" dirty="0" smtClean="0"/>
              <a:t> of each student.</a:t>
            </a:r>
          </a:p>
          <a:p>
            <a:pPr marL="914400" lvl="2" indent="0">
              <a:buFont typeface="Arial" panose="020B0604020202020204" pitchFamily="34" charset="0"/>
              <a:buNone/>
            </a:pPr>
            <a:endParaRPr lang="en-US" i="1" dirty="0" smtClean="0"/>
          </a:p>
          <a:p>
            <a:pPr marL="628650" lvl="1" indent="-171450">
              <a:buFont typeface="Arial" panose="020B0604020202020204" pitchFamily="34" charset="0"/>
              <a:buChar char="•"/>
            </a:pPr>
            <a:endParaRPr lang="en-US" dirty="0" smtClean="0"/>
          </a:p>
          <a:p>
            <a:endParaRPr lang="en-US" dirty="0" smtClean="0"/>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00325" y="1468875"/>
            <a:ext cx="7543800" cy="1730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275875" y="3198825"/>
            <a:ext cx="45924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p2"/>
              <p:cNvCxnSpPr>
                <a:stCxn id="18" idx="4"/>
                <a:endCxn id="16" idx="0"/>
              </p:cNvCxnSpPr>
              <p:nvPr/>
            </p:nvCxnSpPr>
            <p:spPr>
              <a:xfrm rot="10800000">
                <a:off x="8125628" y="5475470"/>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23;p2"/>
              <p:cNvCxnSpPr>
                <a:stCxn id="13" idx="6"/>
                <a:endCxn id="16" idx="2"/>
              </p:cNvCxnSpPr>
              <p:nvPr/>
            </p:nvCxnSpPr>
            <p:spPr>
              <a:xfrm rot="10800000">
                <a:off x="8190898" y="5410196"/>
                <a:ext cx="1378500" cy="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24;p2"/>
              <p:cNvCxnSpPr>
                <a:stCxn id="13" idx="0"/>
                <a:endCxn id="17" idx="3"/>
              </p:cNvCxnSpPr>
              <p:nvPr/>
            </p:nvCxnSpPr>
            <p:spPr>
              <a:xfrm flipH="1">
                <a:off x="9327298" y="5507396"/>
                <a:ext cx="339300" cy="7881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25;p2"/>
              <p:cNvCxnSpPr>
                <a:stCxn id="17" idx="7"/>
                <a:endCxn id="18" idx="2"/>
              </p:cNvCxnSpPr>
              <p:nvPr/>
            </p:nvCxnSpPr>
            <p:spPr>
              <a:xfrm flipH="1">
                <a:off x="8190868" y="6363568"/>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27;p2"/>
              <p:cNvCxnSpPr>
                <a:stCxn id="16" idx="7"/>
                <a:endCxn id="14" idx="3"/>
              </p:cNvCxnSpPr>
              <p:nvPr/>
            </p:nvCxnSpPr>
            <p:spPr>
              <a:xfrm flipH="1">
                <a:off x="7300989" y="5456313"/>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29;p2"/>
              <p:cNvCxnSpPr>
                <a:stCxn id="19" idx="7"/>
                <a:endCxn id="16" idx="3"/>
              </p:cNvCxnSpPr>
              <p:nvPr/>
            </p:nvCxnSpPr>
            <p:spPr>
              <a:xfrm flipH="1">
                <a:off x="8171720" y="4514691"/>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31;p2"/>
              <p:cNvCxnSpPr>
                <a:stCxn id="15" idx="0"/>
                <a:endCxn id="16" idx="5"/>
              </p:cNvCxnSpPr>
              <p:nvPr/>
            </p:nvCxnSpPr>
            <p:spPr>
              <a:xfrm>
                <a:off x="7763819" y="4152640"/>
                <a:ext cx="315600" cy="12114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32;p2"/>
              <p:cNvCxnSpPr>
                <a:stCxn id="15" idx="7"/>
                <a:endCxn id="20" idx="2"/>
              </p:cNvCxnSpPr>
              <p:nvPr/>
            </p:nvCxnSpPr>
            <p:spPr>
              <a:xfrm flipH="1">
                <a:off x="4449703" y="4093857"/>
                <a:ext cx="3172200" cy="6378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33;p2"/>
              <p:cNvCxnSpPr>
                <a:stCxn id="20" idx="1"/>
                <a:endCxn id="14" idx="5"/>
              </p:cNvCxnSpPr>
              <p:nvPr/>
            </p:nvCxnSpPr>
            <p:spPr>
              <a:xfrm>
                <a:off x="4435731" y="4765575"/>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5;p2"/>
              <p:cNvCxnSpPr>
                <a:stCxn id="14" idx="4"/>
                <a:endCxn id="15" idx="0"/>
              </p:cNvCxnSpPr>
              <p:nvPr/>
            </p:nvCxnSpPr>
            <p:spPr>
              <a:xfrm rot="10800000" flipH="1">
                <a:off x="7232226" y="4152748"/>
                <a:ext cx="531600" cy="20796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w="9525" cap="flat" cmpd="sng">
                <a:solidFill>
                  <a:schemeClr val="dk2"/>
                </a:solidFill>
                <a:prstDash val="solid"/>
                <a:round/>
                <a:headEnd type="none" w="med" len="med"/>
                <a:tailEnd type="none" w="med" len="med"/>
              </a:ln>
            </p:spPr>
          </p:cxnSp>
          <p:sp>
            <p:nvSpPr>
              <p:cNvPr id="37" name="Google Shape;37;p2"/>
              <p:cNvSpPr/>
              <p:nvPr/>
            </p:nvSpPr>
            <p:spPr>
              <a:xfrm rot="10800000">
                <a:off x="5902359" y="4069463"/>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8" name="Google Shape;38;p2"/>
              <p:cNvCxnSpPr>
                <a:stCxn id="20" idx="2"/>
                <a:endCxn id="37" idx="7"/>
              </p:cNvCxnSpPr>
              <p:nvPr/>
            </p:nvCxnSpPr>
            <p:spPr>
              <a:xfrm rot="10800000" flipH="1">
                <a:off x="4449834" y="4180727"/>
                <a:ext cx="1471500" cy="5508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39;p2"/>
              <p:cNvCxnSpPr>
                <a:stCxn id="37" idx="2"/>
                <a:endCxn id="15" idx="6"/>
              </p:cNvCxnSpPr>
              <p:nvPr/>
            </p:nvCxnSpPr>
            <p:spPr>
              <a:xfrm rot="10800000" flipH="1">
                <a:off x="6032859" y="3952013"/>
                <a:ext cx="1530300" cy="1827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40;p2"/>
              <p:cNvCxnSpPr>
                <a:stCxn id="37" idx="0"/>
                <a:endCxn id="14" idx="4"/>
              </p:cNvCxnSpPr>
              <p:nvPr/>
            </p:nvCxnSpPr>
            <p:spPr>
              <a:xfrm>
                <a:off x="5967609" y="4199963"/>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41;p2"/>
              <p:cNvCxnSpPr>
                <a:stCxn id="37" idx="1"/>
                <a:endCxn id="16" idx="5"/>
              </p:cNvCxnSpPr>
              <p:nvPr/>
            </p:nvCxnSpPr>
            <p:spPr>
              <a:xfrm>
                <a:off x="6013748" y="4180852"/>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3" name="Google Shape;43;p2"/>
              <p:cNvCxnSpPr>
                <a:stCxn id="15" idx="2"/>
                <a:endCxn id="42" idx="6"/>
              </p:cNvCxnSpPr>
              <p:nvPr/>
            </p:nvCxnSpPr>
            <p:spPr>
              <a:xfrm rot="10800000" flipH="1">
                <a:off x="7964519" y="3286840"/>
                <a:ext cx="818400" cy="6651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44;p2"/>
              <p:cNvCxnSpPr>
                <a:stCxn id="42" idx="1"/>
                <a:endCxn id="19" idx="5"/>
              </p:cNvCxnSpPr>
              <p:nvPr/>
            </p:nvCxnSpPr>
            <p:spPr>
              <a:xfrm>
                <a:off x="8948847" y="3355675"/>
                <a:ext cx="19200" cy="1066800"/>
              </a:xfrm>
              <a:prstGeom prst="straightConnector1">
                <a:avLst/>
              </a:prstGeom>
              <a:noFill/>
              <a:ln w="9525" cap="flat" cmpd="sng">
                <a:solidFill>
                  <a:schemeClr val="dk2"/>
                </a:solidFill>
                <a:prstDash val="solid"/>
                <a:round/>
                <a:headEnd type="none" w="med" len="med"/>
                <a:tailEnd type="none" w="med" len="med"/>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55;p2"/>
              <p:cNvCxnSpPr>
                <a:stCxn id="51" idx="4"/>
                <a:endCxn id="49" idx="0"/>
              </p:cNvCxnSpPr>
              <p:nvPr/>
            </p:nvCxnSpPr>
            <p:spPr>
              <a:xfrm rot="10800000" flipH="1">
                <a:off x="354078" y="792908"/>
                <a:ext cx="86100" cy="17136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56;p2"/>
              <p:cNvCxnSpPr>
                <a:stCxn id="46" idx="6"/>
                <a:endCxn id="50" idx="3"/>
              </p:cNvCxnSpPr>
              <p:nvPr/>
            </p:nvCxnSpPr>
            <p:spPr>
              <a:xfrm flipH="1">
                <a:off x="1184598" y="420121"/>
                <a:ext cx="1856400" cy="8118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57;p2"/>
              <p:cNvCxnSpPr>
                <a:stCxn id="50" idx="7"/>
                <a:endCxn id="51" idx="2"/>
              </p:cNvCxnSpPr>
              <p:nvPr/>
            </p:nvCxnSpPr>
            <p:spPr>
              <a:xfrm flipH="1">
                <a:off x="419293" y="1300080"/>
                <a:ext cx="697200" cy="12717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59;p2"/>
              <p:cNvCxnSpPr>
                <a:stCxn id="49" idx="7"/>
                <a:endCxn id="47" idx="3"/>
              </p:cNvCxnSpPr>
              <p:nvPr/>
            </p:nvCxnSpPr>
            <p:spPr>
              <a:xfrm flipH="1">
                <a:off x="-384486" y="773825"/>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60;p2"/>
              <p:cNvCxnSpPr>
                <a:stCxn id="46" idx="6"/>
                <a:endCxn id="52" idx="1"/>
              </p:cNvCxnSpPr>
              <p:nvPr/>
            </p:nvCxnSpPr>
            <p:spPr>
              <a:xfrm flipH="1">
                <a:off x="1566798" y="420121"/>
                <a:ext cx="1474200" cy="603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61;p2"/>
              <p:cNvCxnSpPr>
                <a:stCxn id="52" idx="7"/>
                <a:endCxn id="49" idx="2"/>
              </p:cNvCxnSpPr>
              <p:nvPr/>
            </p:nvCxnSpPr>
            <p:spPr>
              <a:xfrm flipH="1">
                <a:off x="505308" y="480503"/>
                <a:ext cx="969300" cy="2472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63;p2"/>
              <p:cNvCxnSpPr>
                <a:stCxn id="48" idx="0"/>
                <a:endCxn id="49" idx="5"/>
              </p:cNvCxnSpPr>
              <p:nvPr/>
            </p:nvCxnSpPr>
            <p:spPr>
              <a:xfrm>
                <a:off x="142294" y="-185260"/>
                <a:ext cx="251700" cy="866700"/>
              </a:xfrm>
              <a:prstGeom prst="straightConnector1">
                <a:avLst/>
              </a:prstGeom>
              <a:noFill/>
              <a:ln w="9525" cap="flat" cmpd="sng">
                <a:solidFill>
                  <a:schemeClr val="dk2"/>
                </a:solidFill>
                <a:prstDash val="solid"/>
                <a:round/>
                <a:headEnd type="none" w="med" len="med"/>
                <a:tailEnd type="none" w="med" len="med"/>
              </a:ln>
            </p:spPr>
          </p:cxnSp>
          <p:cxnSp>
            <p:nvCxnSpPr>
              <p:cNvPr id="64" name="Google Shape;64;p2"/>
              <p:cNvCxnSpPr>
                <a:stCxn id="48" idx="7"/>
                <a:endCxn id="53" idx="3"/>
              </p:cNvCxnSpPr>
              <p:nvPr/>
            </p:nvCxnSpPr>
            <p:spPr>
              <a:xfrm flipH="1">
                <a:off x="-735222" y="-244043"/>
                <a:ext cx="735600" cy="7923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w="9525" cap="flat" cmpd="sng">
                <a:solidFill>
                  <a:schemeClr val="dk2"/>
                </a:solidFill>
                <a:prstDash val="solid"/>
                <a:round/>
                <a:headEnd type="none" w="med" len="med"/>
                <a:tailEnd type="none" w="med" len="med"/>
              </a:ln>
            </p:spPr>
          </p:cxnSp>
          <p:cxnSp>
            <p:nvCxnSpPr>
              <p:cNvPr id="66" name="Google Shape;66;p2"/>
              <p:cNvCxnSpPr>
                <a:stCxn id="53" idx="0"/>
                <a:endCxn id="47" idx="5"/>
              </p:cNvCxnSpPr>
              <p:nvPr/>
            </p:nvCxnSpPr>
            <p:spPr>
              <a:xfrm>
                <a:off x="-769191" y="630590"/>
                <a:ext cx="247200" cy="947700"/>
              </a:xfrm>
              <a:prstGeom prst="straightConnector1">
                <a:avLst/>
              </a:prstGeom>
              <a:noFill/>
              <a:ln w="9525" cap="flat" cmpd="sng">
                <a:solidFill>
                  <a:schemeClr val="dk2"/>
                </a:solidFill>
                <a:prstDash val="solid"/>
                <a:round/>
                <a:headEnd type="none" w="med" len="med"/>
                <a:tailEnd type="none" w="med" len="med"/>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w="9525" cap="flat" cmpd="sng">
                <a:solidFill>
                  <a:schemeClr val="dk2"/>
                </a:solidFill>
                <a:prstDash val="solid"/>
                <a:round/>
                <a:headEnd type="none" w="med" len="med"/>
                <a:tailEnd type="none" w="med" len="med"/>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w="9525" cap="flat" cmpd="sng">
                <a:solidFill>
                  <a:schemeClr val="dk2"/>
                </a:solidFill>
                <a:prstDash val="solid"/>
                <a:round/>
                <a:headEnd type="none" w="med" len="med"/>
                <a:tailEnd type="none" w="med" len="med"/>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w="9525" cap="flat" cmpd="sng">
                <a:solidFill>
                  <a:schemeClr val="dk2"/>
                </a:solidFill>
                <a:prstDash val="solid"/>
                <a:round/>
                <a:headEnd type="none" w="med" len="med"/>
                <a:tailEnd type="none" w="med" len="med"/>
              </a:ln>
            </p:spPr>
          </p:cxnSp>
          <p:cxnSp>
            <p:nvCxnSpPr>
              <p:cNvPr id="70" name="Google Shape;70;p2"/>
              <p:cNvCxnSpPr>
                <a:stCxn id="47" idx="4"/>
                <a:endCxn id="48" idx="7"/>
              </p:cNvCxnSpPr>
              <p:nvPr/>
            </p:nvCxnSpPr>
            <p:spPr>
              <a:xfrm rot="10800000" flipH="1">
                <a:off x="-453249" y="-244140"/>
                <a:ext cx="453600" cy="1794000"/>
              </a:xfrm>
              <a:prstGeom prst="straightConnector1">
                <a:avLst/>
              </a:prstGeom>
              <a:noFill/>
              <a:ln w="9525" cap="flat" cmpd="sng">
                <a:solidFill>
                  <a:schemeClr val="dk2"/>
                </a:solidFill>
                <a:prstDash val="solid"/>
                <a:round/>
                <a:headEnd type="none" w="med" len="med"/>
                <a:tailEnd type="none" w="med" len="med"/>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w="9525" cap="flat" cmpd="sng">
                <a:solidFill>
                  <a:schemeClr val="dk2"/>
                </a:solidFill>
                <a:prstDash val="solid"/>
                <a:round/>
                <a:headEnd type="none" w="med" len="med"/>
                <a:tailEnd type="none" w="med" len="med"/>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3" name="Google Shape;73;p2"/>
              <p:cNvCxnSpPr>
                <a:stCxn id="53" idx="4"/>
                <a:endCxn id="72" idx="7"/>
              </p:cNvCxnSpPr>
              <p:nvPr/>
            </p:nvCxnSpPr>
            <p:spPr>
              <a:xfrm rot="10800000" flipH="1">
                <a:off x="-769191" y="-728710"/>
                <a:ext cx="19200" cy="1263000"/>
              </a:xfrm>
              <a:prstGeom prst="straightConnector1">
                <a:avLst/>
              </a:prstGeom>
              <a:noFill/>
              <a:ln w="9525" cap="flat" cmpd="sng">
                <a:solidFill>
                  <a:schemeClr val="dk2"/>
                </a:solidFill>
                <a:prstDash val="solid"/>
                <a:round/>
                <a:headEnd type="none" w="med" len="med"/>
                <a:tailEnd type="none" w="med" len="med"/>
              </a:ln>
            </p:spPr>
          </p:cxnSp>
          <p:cxnSp>
            <p:nvCxnSpPr>
              <p:cNvPr id="74" name="Google Shape;74;p2"/>
              <p:cNvCxnSpPr>
                <a:stCxn id="72" idx="2"/>
                <a:endCxn id="48" idx="5"/>
              </p:cNvCxnSpPr>
              <p:nvPr/>
            </p:nvCxnSpPr>
            <p:spPr>
              <a:xfrm>
                <a:off x="-638666" y="-774850"/>
                <a:ext cx="639000" cy="246900"/>
              </a:xfrm>
              <a:prstGeom prst="straightConnector1">
                <a:avLst/>
              </a:prstGeom>
              <a:noFill/>
              <a:ln w="9525" cap="flat" cmpd="sng">
                <a:solidFill>
                  <a:schemeClr val="dk2"/>
                </a:solidFill>
                <a:prstDash val="solid"/>
                <a:round/>
                <a:headEnd type="none" w="med" len="med"/>
                <a:tailEnd type="none" w="med" len="med"/>
              </a:ln>
            </p:spPr>
          </p:cxnSp>
          <p:cxnSp>
            <p:nvCxnSpPr>
              <p:cNvPr id="75" name="Google Shape;75;p2"/>
              <p:cNvCxnSpPr>
                <a:stCxn id="72" idx="0"/>
                <a:endCxn id="47" idx="4"/>
              </p:cNvCxnSpPr>
              <p:nvPr/>
            </p:nvCxnSpPr>
            <p:spPr>
              <a:xfrm>
                <a:off x="-703916" y="-709600"/>
                <a:ext cx="250800" cy="2259600"/>
              </a:xfrm>
              <a:prstGeom prst="straightConnector1">
                <a:avLst/>
              </a:prstGeom>
              <a:noFill/>
              <a:ln w="9525" cap="flat" cmpd="sng">
                <a:solidFill>
                  <a:schemeClr val="dk2"/>
                </a:solidFill>
                <a:prstDash val="solid"/>
                <a:round/>
                <a:headEnd type="none" w="med" len="med"/>
                <a:tailEnd type="none" w="med" len="med"/>
              </a:ln>
            </p:spPr>
          </p:cxnSp>
          <p:cxnSp>
            <p:nvCxnSpPr>
              <p:cNvPr id="76" name="Google Shape;76;p2"/>
              <p:cNvCxnSpPr>
                <a:stCxn id="72" idx="1"/>
                <a:endCxn id="49" idx="5"/>
              </p:cNvCxnSpPr>
              <p:nvPr/>
            </p:nvCxnSpPr>
            <p:spPr>
              <a:xfrm>
                <a:off x="-657777" y="-728711"/>
                <a:ext cx="1051800" cy="1410300"/>
              </a:xfrm>
              <a:prstGeom prst="straightConnector1">
                <a:avLst/>
              </a:prstGeom>
              <a:noFill/>
              <a:ln w="9525" cap="flat" cmpd="sng">
                <a:solidFill>
                  <a:schemeClr val="dk2"/>
                </a:solidFill>
                <a:prstDash val="solid"/>
                <a:round/>
                <a:headEnd type="none" w="med" len="med"/>
                <a:tailEnd type="none" w="med" len="med"/>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w="9525" cap="flat" cmpd="sng">
                <a:solidFill>
                  <a:schemeClr val="dk2"/>
                </a:solidFill>
                <a:prstDash val="solid"/>
                <a:round/>
                <a:headEnd type="none" w="med" len="med"/>
                <a:tailEnd type="none" w="med" len="med"/>
              </a:ln>
            </p:spPr>
          </p:cxnSp>
          <p:cxnSp>
            <p:nvCxnSpPr>
              <p:cNvPr id="79" name="Google Shape;79;p2"/>
              <p:cNvCxnSpPr>
                <a:stCxn id="77" idx="1"/>
                <a:endCxn id="52" idx="5"/>
              </p:cNvCxnSpPr>
              <p:nvPr/>
            </p:nvCxnSpPr>
            <p:spPr>
              <a:xfrm>
                <a:off x="540797" y="-706138"/>
                <a:ext cx="933900" cy="10944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3"/>
          <p:cNvSpPr txBox="1">
            <a:spLocks noGrp="1"/>
          </p:cNvSpPr>
          <p:nvPr>
            <p:ph type="title"/>
          </p:nvPr>
        </p:nvSpPr>
        <p:spPr>
          <a:xfrm>
            <a:off x="1463100" y="2046250"/>
            <a:ext cx="6217800" cy="1676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2" name="Google Shape;82;p3"/>
          <p:cNvSpPr txBox="1">
            <a:spLocks noGrp="1"/>
          </p:cNvSpPr>
          <p:nvPr>
            <p:ph type="title" idx="2" hasCustomPrompt="1"/>
          </p:nvPr>
        </p:nvSpPr>
        <p:spPr>
          <a:xfrm>
            <a:off x="3745950" y="809625"/>
            <a:ext cx="1652100" cy="112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a:spLocks noGrp="1"/>
          </p:cNvSpPr>
          <p:nvPr>
            <p:ph type="subTitle" idx="1"/>
          </p:nvPr>
        </p:nvSpPr>
        <p:spPr>
          <a:xfrm>
            <a:off x="1463100" y="3797250"/>
            <a:ext cx="6217800" cy="43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w="9525" cap="flat" cmpd="sng">
                <a:solidFill>
                  <a:schemeClr val="dk2"/>
                </a:solidFill>
                <a:prstDash val="solid"/>
                <a:round/>
                <a:headEnd type="none" w="med" len="med"/>
                <a:tailEnd type="none" w="med" len="med"/>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w="9525" cap="flat" cmpd="sng">
                <a:solidFill>
                  <a:schemeClr val="dk2"/>
                </a:solidFill>
                <a:prstDash val="solid"/>
                <a:round/>
                <a:headEnd type="none" w="med" len="med"/>
                <a:tailEnd type="none" w="med" len="med"/>
              </a:ln>
            </p:spPr>
          </p:cxnSp>
          <p:cxnSp>
            <p:nvCxnSpPr>
              <p:cNvPr id="96" name="Google Shape;96;p3"/>
              <p:cNvCxnSpPr>
                <a:stCxn id="86" idx="6"/>
                <a:endCxn id="90" idx="3"/>
              </p:cNvCxnSpPr>
              <p:nvPr/>
            </p:nvCxnSpPr>
            <p:spPr>
              <a:xfrm flipH="1">
                <a:off x="1311044" y="255870"/>
                <a:ext cx="945000" cy="644100"/>
              </a:xfrm>
              <a:prstGeom prst="straightConnector1">
                <a:avLst/>
              </a:prstGeom>
              <a:noFill/>
              <a:ln w="9525" cap="flat" cmpd="sng">
                <a:solidFill>
                  <a:schemeClr val="dk2"/>
                </a:solidFill>
                <a:prstDash val="solid"/>
                <a:round/>
                <a:headEnd type="none" w="med" len="med"/>
                <a:tailEnd type="none" w="med" len="med"/>
              </a:ln>
            </p:spPr>
          </p:cxnSp>
          <p:cxnSp>
            <p:nvCxnSpPr>
              <p:cNvPr id="97" name="Google Shape;97;p3"/>
              <p:cNvCxnSpPr>
                <a:stCxn id="90" idx="7"/>
                <a:endCxn id="91" idx="2"/>
              </p:cNvCxnSpPr>
              <p:nvPr/>
            </p:nvCxnSpPr>
            <p:spPr>
              <a:xfrm flipH="1">
                <a:off x="553867" y="1101167"/>
                <a:ext cx="601800" cy="1356000"/>
              </a:xfrm>
              <a:prstGeom prst="straightConnector1">
                <a:avLst/>
              </a:prstGeom>
              <a:noFill/>
              <a:ln w="9525" cap="flat" cmpd="sng">
                <a:solidFill>
                  <a:schemeClr val="dk2"/>
                </a:solidFill>
                <a:prstDash val="solid"/>
                <a:round/>
                <a:headEnd type="none" w="med" len="med"/>
                <a:tailEnd type="none" w="med" len="med"/>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w="9525" cap="flat" cmpd="sng">
                <a:solidFill>
                  <a:schemeClr val="dk2"/>
                </a:solidFill>
                <a:prstDash val="solid"/>
                <a:round/>
                <a:headEnd type="none" w="med" len="med"/>
                <a:tailEnd type="none" w="med" len="med"/>
              </a:ln>
            </p:spPr>
          </p:cxnSp>
          <p:cxnSp>
            <p:nvCxnSpPr>
              <p:cNvPr id="99" name="Google Shape;99;p3"/>
              <p:cNvCxnSpPr>
                <a:stCxn id="89" idx="7"/>
                <a:endCxn id="87" idx="3"/>
              </p:cNvCxnSpPr>
              <p:nvPr/>
            </p:nvCxnSpPr>
            <p:spPr>
              <a:xfrm flipH="1">
                <a:off x="-684462" y="677363"/>
                <a:ext cx="984000" cy="154350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w="9525" cap="flat" cmpd="sng">
                <a:solidFill>
                  <a:schemeClr val="dk2"/>
                </a:solidFill>
                <a:prstDash val="solid"/>
                <a:round/>
                <a:headEnd type="none" w="med" len="med"/>
                <a:tailEnd type="none" w="med" len="med"/>
              </a:ln>
            </p:spPr>
          </p:cxnSp>
          <p:cxnSp>
            <p:nvCxnSpPr>
              <p:cNvPr id="101" name="Google Shape;101;p3"/>
              <p:cNvCxnSpPr>
                <a:stCxn id="92" idx="6"/>
                <a:endCxn id="89" idx="2"/>
              </p:cNvCxnSpPr>
              <p:nvPr/>
            </p:nvCxnSpPr>
            <p:spPr>
              <a:xfrm flipH="1">
                <a:off x="403921" y="90634"/>
                <a:ext cx="1344900" cy="526800"/>
              </a:xfrm>
              <a:prstGeom prst="straightConnector1">
                <a:avLst/>
              </a:prstGeom>
              <a:noFill/>
              <a:ln w="9525" cap="flat" cmpd="sng">
                <a:solidFill>
                  <a:schemeClr val="dk2"/>
                </a:solidFill>
                <a:prstDash val="solid"/>
                <a:round/>
                <a:headEnd type="none" w="med" len="med"/>
                <a:tailEnd type="none" w="med" len="med"/>
              </a:ln>
            </p:spPr>
          </p:cxnSp>
          <p:cxnSp>
            <p:nvCxnSpPr>
              <p:cNvPr id="102" name="Google Shape;102;p3"/>
              <p:cNvCxnSpPr>
                <a:stCxn id="92" idx="6"/>
                <a:endCxn id="88" idx="1"/>
              </p:cNvCxnSpPr>
              <p:nvPr/>
            </p:nvCxnSpPr>
            <p:spPr>
              <a:xfrm flipH="1">
                <a:off x="712321" y="90634"/>
                <a:ext cx="1036500" cy="18000"/>
              </a:xfrm>
              <a:prstGeom prst="straightConnector1">
                <a:avLst/>
              </a:prstGeom>
              <a:noFill/>
              <a:ln w="9525" cap="flat" cmpd="sng">
                <a:solidFill>
                  <a:schemeClr val="dk2"/>
                </a:solidFill>
                <a:prstDash val="solid"/>
                <a:round/>
                <a:headEnd type="none" w="med" len="med"/>
                <a:tailEnd type="none" w="med" len="med"/>
              </a:ln>
            </p:spPr>
          </p:cxnSp>
          <p:cxnSp>
            <p:nvCxnSpPr>
              <p:cNvPr id="103" name="Google Shape;103;p3"/>
              <p:cNvCxnSpPr>
                <a:stCxn id="88" idx="7"/>
                <a:endCxn id="93" idx="3"/>
              </p:cNvCxnSpPr>
              <p:nvPr/>
            </p:nvCxnSpPr>
            <p:spPr>
              <a:xfrm flipH="1">
                <a:off x="-659248" y="144801"/>
                <a:ext cx="1090200" cy="771300"/>
              </a:xfrm>
              <a:prstGeom prst="straightConnector1">
                <a:avLst/>
              </a:prstGeom>
              <a:noFill/>
              <a:ln w="9525" cap="flat" cmpd="sng">
                <a:solidFill>
                  <a:schemeClr val="dk2"/>
                </a:solidFill>
                <a:prstDash val="solid"/>
                <a:round/>
                <a:headEnd type="none" w="med" len="med"/>
                <a:tailEnd type="none" w="med" len="med"/>
              </a:ln>
            </p:spPr>
          </p:cxnSp>
          <p:cxnSp>
            <p:nvCxnSpPr>
              <p:cNvPr id="104" name="Google Shape;104;p3"/>
              <p:cNvCxnSpPr>
                <a:stCxn id="89" idx="6"/>
                <a:endCxn id="93" idx="2"/>
              </p:cNvCxnSpPr>
              <p:nvPr/>
            </p:nvCxnSpPr>
            <p:spPr>
              <a:xfrm flipH="1">
                <a:off x="-640937" y="634109"/>
                <a:ext cx="915600" cy="314100"/>
              </a:xfrm>
              <a:prstGeom prst="straightConnector1">
                <a:avLst/>
              </a:prstGeom>
              <a:noFill/>
              <a:ln w="9525" cap="flat" cmpd="sng">
                <a:solidFill>
                  <a:schemeClr val="dk2"/>
                </a:solidFill>
                <a:prstDash val="solid"/>
                <a:round/>
                <a:headEnd type="none" w="med" len="med"/>
                <a:tailEnd type="none" w="med" len="med"/>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w="9525" cap="flat" cmpd="sng">
                <a:solidFill>
                  <a:schemeClr val="dk2"/>
                </a:solidFill>
                <a:prstDash val="solid"/>
                <a:round/>
                <a:headEnd type="none" w="med" len="med"/>
                <a:tailEnd type="none" w="med" len="med"/>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w="9525" cap="flat" cmpd="sng">
                <a:solidFill>
                  <a:schemeClr val="dk2"/>
                </a:solidFill>
                <a:prstDash val="solid"/>
                <a:round/>
                <a:headEnd type="none" w="med" len="med"/>
                <a:tailEnd type="none" w="med" len="med"/>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w="9525" cap="flat" cmpd="sng">
                <a:solidFill>
                  <a:schemeClr val="dk2"/>
                </a:solidFill>
                <a:prstDash val="solid"/>
                <a:round/>
                <a:headEnd type="none" w="med" len="med"/>
                <a:tailEnd type="none" w="med" len="med"/>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w="9525" cap="flat" cmpd="sng">
                <a:solidFill>
                  <a:schemeClr val="dk2"/>
                </a:solidFill>
                <a:prstDash val="solid"/>
                <a:round/>
                <a:headEnd type="none" w="med" len="med"/>
                <a:tailEnd type="none" w="med" len="med"/>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w="9525" cap="flat" cmpd="sng">
                <a:solidFill>
                  <a:schemeClr val="dk2"/>
                </a:solidFill>
                <a:prstDash val="solid"/>
                <a:round/>
                <a:headEnd type="none" w="med" len="med"/>
                <a:tailEnd type="none" w="med" len="med"/>
              </a:ln>
            </p:spPr>
          </p:cxnSp>
          <p:cxnSp>
            <p:nvCxnSpPr>
              <p:cNvPr id="111" name="Google Shape;111;p3"/>
              <p:cNvCxnSpPr>
                <a:stCxn id="109" idx="1"/>
                <a:endCxn id="88" idx="5"/>
              </p:cNvCxnSpPr>
              <p:nvPr/>
            </p:nvCxnSpPr>
            <p:spPr>
              <a:xfrm>
                <a:off x="-1071443" y="-436018"/>
                <a:ext cx="1466400" cy="299400"/>
              </a:xfrm>
              <a:prstGeom prst="straightConnector1">
                <a:avLst/>
              </a:prstGeom>
              <a:noFill/>
              <a:ln w="9525" cap="flat" cmpd="sng">
                <a:solidFill>
                  <a:schemeClr val="dk2"/>
                </a:solidFill>
                <a:prstDash val="solid"/>
                <a:round/>
                <a:headEnd type="none" w="med" len="med"/>
                <a:tailEnd type="none" w="med" len="med"/>
              </a:ln>
            </p:spPr>
          </p:cxnSp>
          <p:cxnSp>
            <p:nvCxnSpPr>
              <p:cNvPr id="112" name="Google Shape;112;p3"/>
              <p:cNvCxnSpPr>
                <a:stCxn id="109" idx="1"/>
                <a:endCxn id="89" idx="5"/>
              </p:cNvCxnSpPr>
              <p:nvPr/>
            </p:nvCxnSpPr>
            <p:spPr>
              <a:xfrm>
                <a:off x="-1071443" y="-436018"/>
                <a:ext cx="1359000" cy="1022100"/>
              </a:xfrm>
              <a:prstGeom prst="straightConnector1">
                <a:avLst/>
              </a:prstGeom>
              <a:noFill/>
              <a:ln w="9525" cap="flat" cmpd="sng">
                <a:solidFill>
                  <a:schemeClr val="dk2"/>
                </a:solidFill>
                <a:prstDash val="solid"/>
                <a:round/>
                <a:headEnd type="none" w="med" len="med"/>
                <a:tailEnd type="none" w="med" len="med"/>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w="9525" cap="flat" cmpd="sng">
                <a:solidFill>
                  <a:schemeClr val="dk2"/>
                </a:solidFill>
                <a:prstDash val="solid"/>
                <a:round/>
                <a:headEnd type="none" w="med" len="med"/>
                <a:tailEnd type="none" w="med" len="med"/>
              </a:ln>
            </p:spPr>
          </p:cxnSp>
          <p:cxnSp>
            <p:nvCxnSpPr>
              <p:cNvPr id="115" name="Google Shape;115;p3"/>
              <p:cNvCxnSpPr>
                <a:stCxn id="87" idx="0"/>
                <a:endCxn id="113" idx="5"/>
              </p:cNvCxnSpPr>
              <p:nvPr/>
            </p:nvCxnSpPr>
            <p:spPr>
              <a:xfrm>
                <a:off x="-731455" y="2394604"/>
                <a:ext cx="542400" cy="1103100"/>
              </a:xfrm>
              <a:prstGeom prst="straightConnector1">
                <a:avLst/>
              </a:prstGeom>
              <a:noFill/>
              <a:ln w="9525" cap="flat" cmpd="sng">
                <a:solidFill>
                  <a:schemeClr val="dk2"/>
                </a:solidFill>
                <a:prstDash val="solid"/>
                <a:round/>
                <a:headEnd type="none" w="med" len="med"/>
                <a:tailEnd type="none" w="med" len="med"/>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rot="10800000" flipH="1">
                <a:off x="6988759" y="481140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8" name="Google Shape;118;p3"/>
              <p:cNvSpPr/>
              <p:nvPr/>
            </p:nvSpPr>
            <p:spPr>
              <a:xfrm rot="10800000" flipH="1">
                <a:off x="9708881" y="5924735"/>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9" name="Google Shape;119;p3"/>
              <p:cNvSpPr/>
              <p:nvPr/>
            </p:nvSpPr>
            <p:spPr>
              <a:xfrm rot="10800000" flipH="1">
                <a:off x="9274463" y="3379603"/>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 name="Google Shape;120;p3"/>
              <p:cNvSpPr/>
              <p:nvPr/>
            </p:nvSpPr>
            <p:spPr>
              <a:xfrm rot="10800000" flipH="1">
                <a:off x="8847429" y="5037312"/>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 name="Google Shape;121;p3"/>
              <p:cNvSpPr/>
              <p:nvPr/>
            </p:nvSpPr>
            <p:spPr>
              <a:xfrm rot="10800000" flipH="1">
                <a:off x="7696942" y="5973758"/>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2" name="Google Shape;122;p3"/>
              <p:cNvSpPr/>
              <p:nvPr/>
            </p:nvSpPr>
            <p:spPr>
              <a:xfrm rot="10800000" flipH="1">
                <a:off x="8847429" y="6195358"/>
                <a:ext cx="130500" cy="130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 name="Google Shape;123;p3"/>
              <p:cNvSpPr/>
              <p:nvPr/>
            </p:nvSpPr>
            <p:spPr>
              <a:xfrm rot="10800000" flipH="1">
                <a:off x="7958998" y="409569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 name="Google Shape;124;p3"/>
              <p:cNvSpPr/>
              <p:nvPr/>
            </p:nvSpPr>
            <p:spPr>
              <a:xfrm rot="10800000" flipH="1">
                <a:off x="12588473" y="4375765"/>
                <a:ext cx="96300" cy="96300"/>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25" name="Google Shape;125;p3"/>
              <p:cNvCxnSpPr>
                <a:stCxn id="121" idx="5"/>
                <a:endCxn id="120" idx="1"/>
              </p:cNvCxnSpPr>
              <p:nvPr/>
            </p:nvCxnSpPr>
            <p:spPr>
              <a:xfrm rot="10800000" flipH="1">
                <a:off x="7779139" y="5148761"/>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127" name="Google Shape;127;p3"/>
              <p:cNvCxnSpPr>
                <a:stCxn id="117" idx="6"/>
                <a:endCxn id="120" idx="2"/>
              </p:cNvCxnSpPr>
              <p:nvPr/>
            </p:nvCxnSpPr>
            <p:spPr>
              <a:xfrm>
                <a:off x="7183159" y="4908608"/>
                <a:ext cx="1664400" cy="194100"/>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3"/>
              <p:cNvCxnSpPr>
                <a:stCxn id="117" idx="0"/>
                <a:endCxn id="121" idx="3"/>
              </p:cNvCxnSpPr>
              <p:nvPr/>
            </p:nvCxnSpPr>
            <p:spPr>
              <a:xfrm>
                <a:off x="7085959" y="5005808"/>
                <a:ext cx="625200" cy="982200"/>
              </a:xfrm>
              <a:prstGeom prst="straightConnector1">
                <a:avLst/>
              </a:prstGeom>
              <a:noFill/>
              <a:ln w="9525" cap="flat" cmpd="sng">
                <a:solidFill>
                  <a:schemeClr val="dk2"/>
                </a:solidFill>
                <a:prstDash val="solid"/>
                <a:round/>
                <a:headEnd type="none" w="med" len="med"/>
                <a:tailEnd type="none" w="med" len="med"/>
              </a:ln>
            </p:spPr>
          </p:cxnSp>
          <p:cxnSp>
            <p:nvCxnSpPr>
              <p:cNvPr id="129" name="Google Shape;129;p3"/>
              <p:cNvCxnSpPr>
                <a:stCxn id="121" idx="7"/>
                <a:endCxn id="122" idx="2"/>
              </p:cNvCxnSpPr>
              <p:nvPr/>
            </p:nvCxnSpPr>
            <p:spPr>
              <a:xfrm>
                <a:off x="7779139" y="6055955"/>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130" name="Google Shape;130;p3"/>
              <p:cNvCxnSpPr>
                <a:stCxn id="122" idx="6"/>
                <a:endCxn id="118" idx="2"/>
              </p:cNvCxnSpPr>
              <p:nvPr/>
            </p:nvCxnSpPr>
            <p:spPr>
              <a:xfrm rot="10800000" flipH="1">
                <a:off x="8977929" y="6021808"/>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131" name="Google Shape;131;p3"/>
              <p:cNvCxnSpPr>
                <a:stCxn id="120" idx="7"/>
                <a:endCxn id="118" idx="3"/>
              </p:cNvCxnSpPr>
              <p:nvPr/>
            </p:nvCxnSpPr>
            <p:spPr>
              <a:xfrm>
                <a:off x="8958818" y="5148700"/>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132" name="Google Shape;132;p3"/>
              <p:cNvCxnSpPr>
                <a:stCxn id="117" idx="5"/>
                <a:endCxn id="123" idx="1"/>
              </p:cNvCxnSpPr>
              <p:nvPr/>
            </p:nvCxnSpPr>
            <p:spPr>
              <a:xfrm rot="10800000" flipH="1">
                <a:off x="7154690" y="4207177"/>
                <a:ext cx="823500" cy="632700"/>
              </a:xfrm>
              <a:prstGeom prst="straightConnector1">
                <a:avLst/>
              </a:prstGeom>
              <a:noFill/>
              <a:ln w="9525" cap="flat" cmpd="sng">
                <a:solidFill>
                  <a:schemeClr val="dk2"/>
                </a:solidFill>
                <a:prstDash val="solid"/>
                <a:round/>
                <a:headEnd type="none" w="med" len="med"/>
                <a:tailEnd type="none" w="med" len="med"/>
              </a:ln>
            </p:spPr>
          </p:cxnSp>
          <p:cxnSp>
            <p:nvCxnSpPr>
              <p:cNvPr id="133" name="Google Shape;133;p3"/>
              <p:cNvCxnSpPr>
                <a:stCxn id="123" idx="7"/>
                <a:endCxn id="120" idx="3"/>
              </p:cNvCxnSpPr>
              <p:nvPr/>
            </p:nvCxnSpPr>
            <p:spPr>
              <a:xfrm>
                <a:off x="8070387" y="4207078"/>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134" name="Google Shape;134;p3"/>
              <p:cNvCxnSpPr>
                <a:stCxn id="123" idx="7"/>
                <a:endCxn id="119" idx="1"/>
              </p:cNvCxnSpPr>
              <p:nvPr/>
            </p:nvCxnSpPr>
            <p:spPr>
              <a:xfrm rot="10800000" flipH="1">
                <a:off x="8070387" y="3722278"/>
                <a:ext cx="1263000" cy="484800"/>
              </a:xfrm>
              <a:prstGeom prst="straightConnector1">
                <a:avLst/>
              </a:prstGeom>
              <a:noFill/>
              <a:ln w="9525" cap="flat" cmpd="sng">
                <a:solidFill>
                  <a:schemeClr val="dk2"/>
                </a:solidFill>
                <a:prstDash val="solid"/>
                <a:round/>
                <a:headEnd type="none" w="med" len="med"/>
                <a:tailEnd type="none" w="med" len="med"/>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w="9525" cap="flat" cmpd="sng">
                <a:solidFill>
                  <a:schemeClr val="dk2"/>
                </a:solidFill>
                <a:prstDash val="solid"/>
                <a:round/>
                <a:headEnd type="none" w="med" len="med"/>
                <a:tailEnd type="none" w="med" len="med"/>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137" name="Google Shape;137;p3"/>
              <p:cNvCxnSpPr>
                <a:stCxn id="121" idx="6"/>
                <a:endCxn id="124" idx="1"/>
              </p:cNvCxnSpPr>
              <p:nvPr/>
            </p:nvCxnSpPr>
            <p:spPr>
              <a:xfrm rot="10800000" flipH="1">
                <a:off x="7793242" y="4458008"/>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w="9525" cap="flat" cmpd="sng">
                <a:solidFill>
                  <a:schemeClr val="dk2"/>
                </a:solidFill>
                <a:prstDash val="solid"/>
                <a:round/>
                <a:headEnd type="none" w="med" len="med"/>
                <a:tailEnd type="none" w="med" len="med"/>
              </a:ln>
            </p:spPr>
          </p:cxnSp>
          <p:sp>
            <p:nvSpPr>
              <p:cNvPr id="139" name="Google Shape;139;p3"/>
              <p:cNvSpPr/>
              <p:nvPr/>
            </p:nvSpPr>
            <p:spPr>
              <a:xfrm rot="10800000" flipH="1">
                <a:off x="11005448" y="376185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w="9525" cap="flat" cmpd="sng">
                <a:solidFill>
                  <a:srgbClr val="434343"/>
                </a:solidFill>
                <a:prstDash val="solid"/>
                <a:round/>
                <a:headEnd type="none" w="med" len="med"/>
                <a:tailEnd type="none" w="med" len="med"/>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w="9525" cap="flat" cmpd="sng">
                <a:solidFill>
                  <a:schemeClr val="dk2"/>
                </a:solidFill>
                <a:prstDash val="solid"/>
                <a:round/>
                <a:headEnd type="none" w="med" len="med"/>
                <a:tailEnd type="none" w="med" len="med"/>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144" name="Google Shape;144;p3"/>
              <p:cNvSpPr/>
              <p:nvPr/>
            </p:nvSpPr>
            <p:spPr>
              <a:xfrm rot="10800000" flipH="1">
                <a:off x="8260191" y="2787257"/>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w="9525" cap="flat" cmpd="sng">
                <a:solidFill>
                  <a:schemeClr val="dk2"/>
                </a:solidFill>
                <a:prstDash val="solid"/>
                <a:round/>
                <a:headEnd type="none" w="med" len="med"/>
                <a:tailEnd type="none" w="med" len="med"/>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w="9525" cap="flat" cmpd="sng">
                <a:solidFill>
                  <a:schemeClr val="dk2"/>
                </a:solidFill>
                <a:prstDash val="solid"/>
                <a:round/>
                <a:headEnd type="none" w="med" len="med"/>
                <a:tailEnd type="none" w="med" len="med"/>
              </a:ln>
            </p:spPr>
          </p:cxnSp>
          <p:sp>
            <p:nvSpPr>
              <p:cNvPr id="147" name="Google Shape;147;p3"/>
              <p:cNvSpPr/>
              <p:nvPr/>
            </p:nvSpPr>
            <p:spPr>
              <a:xfrm rot="10800000" flipH="1">
                <a:off x="7973826" y="4652423"/>
                <a:ext cx="249300" cy="249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 name="Google Shape;148;p3"/>
              <p:cNvCxnSpPr>
                <a:stCxn id="117" idx="6"/>
                <a:endCxn id="147" idx="2"/>
              </p:cNvCxnSpPr>
              <p:nvPr/>
            </p:nvCxnSpPr>
            <p:spPr>
              <a:xfrm rot="10800000" flipH="1">
                <a:off x="7183159" y="4777208"/>
                <a:ext cx="790800" cy="131400"/>
              </a:xfrm>
              <a:prstGeom prst="straightConnector1">
                <a:avLst/>
              </a:prstGeom>
              <a:noFill/>
              <a:ln w="9525" cap="flat" cmpd="sng">
                <a:solidFill>
                  <a:schemeClr val="dk2"/>
                </a:solidFill>
                <a:prstDash val="solid"/>
                <a:round/>
                <a:headEnd type="none" w="med" len="med"/>
                <a:tailEnd type="none" w="med" len="med"/>
              </a:ln>
            </p:spPr>
          </p:cxnSp>
          <p:cxnSp>
            <p:nvCxnSpPr>
              <p:cNvPr id="149" name="Google Shape;149;p3"/>
              <p:cNvCxnSpPr>
                <a:stCxn id="123" idx="0"/>
                <a:endCxn id="147" idx="4"/>
              </p:cNvCxnSpPr>
              <p:nvPr/>
            </p:nvCxnSpPr>
            <p:spPr>
              <a:xfrm>
                <a:off x="8024248" y="4226190"/>
                <a:ext cx="74100" cy="426300"/>
              </a:xfrm>
              <a:prstGeom prst="straightConnector1">
                <a:avLst/>
              </a:prstGeom>
              <a:noFill/>
              <a:ln w="9525" cap="flat" cmpd="sng">
                <a:solidFill>
                  <a:schemeClr val="dk2"/>
                </a:solidFill>
                <a:prstDash val="solid"/>
                <a:round/>
                <a:headEnd type="none" w="med" len="med"/>
                <a:tailEnd type="none" w="med" len="med"/>
              </a:ln>
            </p:spPr>
          </p:cxnSp>
          <p:cxnSp>
            <p:nvCxnSpPr>
              <p:cNvPr id="150" name="Google Shape;150;p3"/>
              <p:cNvCxnSpPr>
                <a:stCxn id="147" idx="6"/>
                <a:endCxn id="120" idx="3"/>
              </p:cNvCxnSpPr>
              <p:nvPr/>
            </p:nvCxnSpPr>
            <p:spPr>
              <a:xfrm>
                <a:off x="8223126" y="4777073"/>
                <a:ext cx="643500" cy="279300"/>
              </a:xfrm>
              <a:prstGeom prst="straightConnector1">
                <a:avLst/>
              </a:prstGeom>
              <a:noFill/>
              <a:ln w="9525" cap="flat" cmpd="sng">
                <a:solidFill>
                  <a:schemeClr val="dk2"/>
                </a:solidFill>
                <a:prstDash val="solid"/>
                <a:round/>
                <a:headEnd type="none" w="med" len="med"/>
                <a:tailEnd type="none" w="med" len="med"/>
              </a:ln>
            </p:spPr>
          </p:cxnSp>
          <p:sp>
            <p:nvSpPr>
              <p:cNvPr id="151" name="Google Shape;151;p3"/>
              <p:cNvSpPr/>
              <p:nvPr/>
            </p:nvSpPr>
            <p:spPr>
              <a:xfrm rot="10800000" flipH="1">
                <a:off x="8782441" y="2308882"/>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2" name="Google Shape;152;p3"/>
              <p:cNvCxnSpPr>
                <a:stCxn id="144" idx="5"/>
                <a:endCxn id="151" idx="1"/>
              </p:cNvCxnSpPr>
              <p:nvPr/>
            </p:nvCxnSpPr>
            <p:spPr>
              <a:xfrm rot="10800000" flipH="1">
                <a:off x="8426122" y="2474926"/>
                <a:ext cx="384900" cy="340800"/>
              </a:xfrm>
              <a:prstGeom prst="straightConnector1">
                <a:avLst/>
              </a:prstGeom>
              <a:noFill/>
              <a:ln w="9525" cap="flat" cmpd="sng">
                <a:solidFill>
                  <a:schemeClr val="dk2"/>
                </a:solidFill>
                <a:prstDash val="solid"/>
                <a:round/>
                <a:headEnd type="none" w="med" len="med"/>
                <a:tailEnd type="none" w="med" len="med"/>
              </a:ln>
            </p:spPr>
          </p:cxnSp>
          <p:cxnSp>
            <p:nvCxnSpPr>
              <p:cNvPr id="153" name="Google Shape;153;p3"/>
              <p:cNvCxnSpPr>
                <a:stCxn id="151" idx="7"/>
                <a:endCxn id="119" idx="3"/>
              </p:cNvCxnSpPr>
              <p:nvPr/>
            </p:nvCxnSpPr>
            <p:spPr>
              <a:xfrm>
                <a:off x="8948372" y="2474812"/>
                <a:ext cx="384900" cy="963600"/>
              </a:xfrm>
              <a:prstGeom prst="straightConnector1">
                <a:avLst/>
              </a:prstGeom>
              <a:noFill/>
              <a:ln w="9525" cap="flat" cmpd="sng">
                <a:solidFill>
                  <a:schemeClr val="dk2"/>
                </a:solidFill>
                <a:prstDash val="solid"/>
                <a:round/>
                <a:headEnd type="none" w="med" len="med"/>
                <a:tailEnd type="none" w="med" len="med"/>
              </a:ln>
            </p:spPr>
          </p:cxnSp>
          <p:sp>
            <p:nvSpPr>
              <p:cNvPr id="154" name="Google Shape;154;p3"/>
              <p:cNvSpPr/>
              <p:nvPr/>
            </p:nvSpPr>
            <p:spPr>
              <a:xfrm rot="10800000" flipH="1">
                <a:off x="8521366" y="3414207"/>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w="9525" cap="flat" cmpd="sng">
                <a:solidFill>
                  <a:schemeClr val="dk2"/>
                </a:solidFill>
                <a:prstDash val="solid"/>
                <a:round/>
                <a:headEnd type="none" w="med" len="med"/>
                <a:tailEnd type="none" w="med" len="med"/>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3"/>
              <p:cNvCxnSpPr>
                <a:stCxn id="154" idx="6"/>
                <a:endCxn id="119" idx="2"/>
              </p:cNvCxnSpPr>
              <p:nvPr/>
            </p:nvCxnSpPr>
            <p:spPr>
              <a:xfrm>
                <a:off x="8715766" y="3511407"/>
                <a:ext cx="558600" cy="690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0"/>
        <p:cNvGrpSpPr/>
        <p:nvPr/>
      </p:nvGrpSpPr>
      <p:grpSpPr>
        <a:xfrm>
          <a:off x="0" y="0"/>
          <a:ext cx="0" cy="0"/>
          <a:chOff x="0" y="0"/>
          <a:chExt cx="0" cy="0"/>
        </a:xfrm>
      </p:grpSpPr>
      <p:sp>
        <p:nvSpPr>
          <p:cNvPr id="231" name="Google Shape;23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2" name="Google Shape;232;p5"/>
          <p:cNvSpPr txBox="1">
            <a:spLocks noGrp="1"/>
          </p:cNvSpPr>
          <p:nvPr>
            <p:ph type="subTitle" idx="1"/>
          </p:nvPr>
        </p:nvSpPr>
        <p:spPr>
          <a:xfrm>
            <a:off x="4951702"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3" name="Google Shape;233;p5"/>
          <p:cNvSpPr txBox="1">
            <a:spLocks noGrp="1"/>
          </p:cNvSpPr>
          <p:nvPr>
            <p:ph type="subTitle" idx="2"/>
          </p:nvPr>
        </p:nvSpPr>
        <p:spPr>
          <a:xfrm>
            <a:off x="1050400"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4" name="Google Shape;234;p5"/>
          <p:cNvSpPr txBox="1">
            <a:spLocks noGrp="1"/>
          </p:cNvSpPr>
          <p:nvPr>
            <p:ph type="subTitle" idx="3"/>
          </p:nvPr>
        </p:nvSpPr>
        <p:spPr>
          <a:xfrm>
            <a:off x="1050400"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35" name="Google Shape;235;p5"/>
          <p:cNvSpPr txBox="1">
            <a:spLocks noGrp="1"/>
          </p:cNvSpPr>
          <p:nvPr>
            <p:ph type="subTitle" idx="4"/>
          </p:nvPr>
        </p:nvSpPr>
        <p:spPr>
          <a:xfrm>
            <a:off x="4951707"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236" name="Google Shape;236;p5"/>
          <p:cNvGrpSpPr/>
          <p:nvPr/>
        </p:nvGrpSpPr>
        <p:grpSpPr>
          <a:xfrm>
            <a:off x="-497962" y="-2402532"/>
            <a:ext cx="9442425" cy="7984626"/>
            <a:chOff x="-497962" y="-2402532"/>
            <a:chExt cx="9442425" cy="7984626"/>
          </a:xfrm>
        </p:grpSpPr>
        <p:grpSp>
          <p:nvGrpSpPr>
            <p:cNvPr id="237" name="Google Shape;237;p5"/>
            <p:cNvGrpSpPr/>
            <p:nvPr/>
          </p:nvGrpSpPr>
          <p:grpSpPr>
            <a:xfrm>
              <a:off x="4589284" y="-2402532"/>
              <a:ext cx="4355179" cy="2890037"/>
              <a:chOff x="4589284" y="-2402532"/>
              <a:chExt cx="4355179" cy="2890037"/>
            </a:xfrm>
          </p:grpSpPr>
          <p:sp>
            <p:nvSpPr>
              <p:cNvPr id="238" name="Google Shape;238;p5"/>
              <p:cNvSpPr/>
              <p:nvPr/>
            </p:nvSpPr>
            <p:spPr>
              <a:xfrm rot="-2040502">
                <a:off x="4627083" y="192930"/>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9" name="Google Shape;239;p5"/>
              <p:cNvSpPr/>
              <p:nvPr/>
            </p:nvSpPr>
            <p:spPr>
              <a:xfrm rot="-2040502">
                <a:off x="7193806" y="-2094369"/>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0" name="Google Shape;240;p5"/>
              <p:cNvSpPr/>
              <p:nvPr/>
            </p:nvSpPr>
            <p:spPr>
              <a:xfrm rot="-2039936">
                <a:off x="7657969" y="-331832"/>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1" name="Google Shape;241;p5"/>
              <p:cNvSpPr/>
              <p:nvPr/>
            </p:nvSpPr>
            <p:spPr>
              <a:xfrm rot="-2047713">
                <a:off x="6999695" y="-80062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2" name="Google Shape;242;p5"/>
              <p:cNvSpPr/>
              <p:nvPr/>
            </p:nvSpPr>
            <p:spPr>
              <a:xfrm rot="-2045153">
                <a:off x="6126796" y="-832163"/>
                <a:ext cx="96354" cy="9635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3" name="Google Shape;243;p5"/>
              <p:cNvSpPr/>
              <p:nvPr/>
            </p:nvSpPr>
            <p:spPr>
              <a:xfrm rot="-2047713">
                <a:off x="6039211" y="-237716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4" name="Google Shape;244;p5"/>
              <p:cNvSpPr/>
              <p:nvPr/>
            </p:nvSpPr>
            <p:spPr>
              <a:xfrm rot="-2047713">
                <a:off x="6268216" y="-105290"/>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5" name="Google Shape;245;p5"/>
              <p:cNvSpPr/>
              <p:nvPr/>
            </p:nvSpPr>
            <p:spPr>
              <a:xfrm rot="-2045153">
                <a:off x="8100376" y="-1339754"/>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46" name="Google Shape;246;p5"/>
              <p:cNvCxnSpPr>
                <a:stCxn id="242" idx="5"/>
                <a:endCxn id="241" idx="1"/>
              </p:cNvCxnSpPr>
              <p:nvPr/>
            </p:nvCxnSpPr>
            <p:spPr>
              <a:xfrm>
                <a:off x="6222278" y="-774864"/>
                <a:ext cx="778500" cy="27300"/>
              </a:xfrm>
              <a:prstGeom prst="straightConnector1">
                <a:avLst/>
              </a:prstGeom>
              <a:noFill/>
              <a:ln w="9525" cap="flat" cmpd="sng">
                <a:solidFill>
                  <a:schemeClr val="dk2"/>
                </a:solidFill>
                <a:prstDash val="solid"/>
                <a:round/>
                <a:headEnd type="none" w="med" len="med"/>
                <a:tailEnd type="none" w="med" len="med"/>
              </a:ln>
            </p:spPr>
          </p:cxnSp>
          <p:cxnSp>
            <p:nvCxnSpPr>
              <p:cNvPr id="247" name="Google Shape;247;p5"/>
              <p:cNvCxnSpPr>
                <a:stCxn id="243" idx="4"/>
                <a:endCxn id="241" idx="0"/>
              </p:cNvCxnSpPr>
              <p:nvPr/>
            </p:nvCxnSpPr>
            <p:spPr>
              <a:xfrm>
                <a:off x="6141046" y="-2257932"/>
                <a:ext cx="887400" cy="1468500"/>
              </a:xfrm>
              <a:prstGeom prst="straightConnector1">
                <a:avLst/>
              </a:prstGeom>
              <a:noFill/>
              <a:ln w="9525" cap="flat" cmpd="sng">
                <a:solidFill>
                  <a:schemeClr val="dk2"/>
                </a:solidFill>
                <a:prstDash val="solid"/>
                <a:round/>
                <a:headEnd type="none" w="med" len="med"/>
                <a:tailEnd type="none" w="med" len="med"/>
              </a:ln>
            </p:spPr>
          </p:cxnSp>
          <p:cxnSp>
            <p:nvCxnSpPr>
              <p:cNvPr id="248" name="Google Shape;248;p5"/>
              <p:cNvCxnSpPr>
                <a:stCxn id="238" idx="6"/>
                <a:endCxn id="242" idx="3"/>
              </p:cNvCxnSpPr>
              <p:nvPr/>
            </p:nvCxnSpPr>
            <p:spPr>
              <a:xfrm rot="10800000" flipH="1">
                <a:off x="4805134" y="-736769"/>
                <a:ext cx="1360800" cy="972600"/>
              </a:xfrm>
              <a:prstGeom prst="straightConnector1">
                <a:avLst/>
              </a:prstGeom>
              <a:noFill/>
              <a:ln w="9525" cap="flat" cmpd="sng">
                <a:solidFill>
                  <a:schemeClr val="dk2"/>
                </a:solidFill>
                <a:prstDash val="solid"/>
                <a:round/>
                <a:headEnd type="none" w="med" len="med"/>
                <a:tailEnd type="none" w="med" len="med"/>
              </a:ln>
            </p:spPr>
          </p:cxnSp>
          <p:cxnSp>
            <p:nvCxnSpPr>
              <p:cNvPr id="249" name="Google Shape;249;p5"/>
              <p:cNvCxnSpPr>
                <a:stCxn id="242" idx="7"/>
                <a:endCxn id="243" idx="2"/>
              </p:cNvCxnSpPr>
              <p:nvPr/>
            </p:nvCxnSpPr>
            <p:spPr>
              <a:xfrm rot="10800000">
                <a:off x="6050594" y="-2275192"/>
                <a:ext cx="133500" cy="1443900"/>
              </a:xfrm>
              <a:prstGeom prst="straightConnector1">
                <a:avLst/>
              </a:prstGeom>
              <a:noFill/>
              <a:ln w="9525" cap="flat" cmpd="sng">
                <a:solidFill>
                  <a:schemeClr val="dk2"/>
                </a:solidFill>
                <a:prstDash val="solid"/>
                <a:round/>
                <a:headEnd type="none" w="med" len="med"/>
                <a:tailEnd type="none" w="med" len="med"/>
              </a:ln>
            </p:spPr>
          </p:cxnSp>
          <p:cxnSp>
            <p:nvCxnSpPr>
              <p:cNvPr id="250" name="Google Shape;250;p5"/>
              <p:cNvCxnSpPr>
                <a:stCxn id="243" idx="6"/>
                <a:endCxn id="239" idx="1"/>
              </p:cNvCxnSpPr>
              <p:nvPr/>
            </p:nvCxnSpPr>
            <p:spPr>
              <a:xfrm>
                <a:off x="6158446" y="-2348532"/>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251" name="Google Shape;251;p5"/>
              <p:cNvCxnSpPr>
                <a:stCxn id="241" idx="7"/>
                <a:endCxn id="239" idx="3"/>
              </p:cNvCxnSpPr>
              <p:nvPr/>
            </p:nvCxnSpPr>
            <p:spPr>
              <a:xfrm rot="10800000" flipH="1">
                <a:off x="7077233" y="-1901356"/>
                <a:ext cx="195300" cy="1101900"/>
              </a:xfrm>
              <a:prstGeom prst="straightConnector1">
                <a:avLst/>
              </a:prstGeom>
              <a:noFill/>
              <a:ln w="9525" cap="flat" cmpd="sng">
                <a:solidFill>
                  <a:schemeClr val="dk2"/>
                </a:solidFill>
                <a:prstDash val="solid"/>
                <a:round/>
                <a:headEnd type="none" w="med" len="med"/>
                <a:tailEnd type="none" w="med" len="med"/>
              </a:ln>
            </p:spPr>
          </p:cxnSp>
          <p:cxnSp>
            <p:nvCxnSpPr>
              <p:cNvPr id="252" name="Google Shape;252;p5"/>
              <p:cNvCxnSpPr>
                <a:stCxn id="238" idx="6"/>
                <a:endCxn id="244" idx="1"/>
              </p:cNvCxnSpPr>
              <p:nvPr/>
            </p:nvCxnSpPr>
            <p:spPr>
              <a:xfrm rot="10800000" flipH="1">
                <a:off x="4805134" y="-52469"/>
                <a:ext cx="1464300" cy="288300"/>
              </a:xfrm>
              <a:prstGeom prst="straightConnector1">
                <a:avLst/>
              </a:prstGeom>
              <a:noFill/>
              <a:ln w="9525" cap="flat" cmpd="sng">
                <a:solidFill>
                  <a:schemeClr val="dk2"/>
                </a:solidFill>
                <a:prstDash val="solid"/>
                <a:round/>
                <a:headEnd type="none" w="med" len="med"/>
                <a:tailEnd type="none" w="med" len="med"/>
              </a:ln>
            </p:spPr>
          </p:cxnSp>
          <p:cxnSp>
            <p:nvCxnSpPr>
              <p:cNvPr id="253" name="Google Shape;253;p5"/>
              <p:cNvCxnSpPr>
                <a:stCxn id="244" idx="6"/>
                <a:endCxn id="241" idx="2"/>
              </p:cNvCxnSpPr>
              <p:nvPr/>
            </p:nvCxnSpPr>
            <p:spPr>
              <a:xfrm rot="10800000" flipH="1">
                <a:off x="6387451" y="-698855"/>
                <a:ext cx="623400" cy="622200"/>
              </a:xfrm>
              <a:prstGeom prst="straightConnector1">
                <a:avLst/>
              </a:prstGeom>
              <a:noFill/>
              <a:ln w="9525" cap="flat" cmpd="sng">
                <a:solidFill>
                  <a:schemeClr val="dk2"/>
                </a:solidFill>
                <a:prstDash val="solid"/>
                <a:round/>
                <a:headEnd type="none" w="med" len="med"/>
                <a:tailEnd type="none" w="med" len="med"/>
              </a:ln>
            </p:spPr>
          </p:cxnSp>
          <p:cxnSp>
            <p:nvCxnSpPr>
              <p:cNvPr id="254" name="Google Shape;254;p5"/>
              <p:cNvCxnSpPr>
                <a:stCxn id="244" idx="5"/>
                <a:endCxn id="240" idx="1"/>
              </p:cNvCxnSpPr>
              <p:nvPr/>
            </p:nvCxnSpPr>
            <p:spPr>
              <a:xfrm rot="10800000" flipH="1">
                <a:off x="6397515" y="-169351"/>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255" name="Google Shape;255;p5"/>
              <p:cNvCxnSpPr>
                <a:stCxn id="240" idx="0"/>
                <a:endCxn id="241" idx="5"/>
              </p:cNvCxnSpPr>
              <p:nvPr/>
            </p:nvCxnSpPr>
            <p:spPr>
              <a:xfrm rot="10800000">
                <a:off x="7129021" y="-723230"/>
                <a:ext cx="617400" cy="425700"/>
              </a:xfrm>
              <a:prstGeom prst="straightConnector1">
                <a:avLst/>
              </a:prstGeom>
              <a:noFill/>
              <a:ln w="9525" cap="flat" cmpd="sng">
                <a:solidFill>
                  <a:schemeClr val="dk2"/>
                </a:solidFill>
                <a:prstDash val="solid"/>
                <a:round/>
                <a:headEnd type="none" w="med" len="med"/>
                <a:tailEnd type="none" w="med" len="med"/>
              </a:ln>
            </p:spPr>
          </p:cxnSp>
          <p:cxnSp>
            <p:nvCxnSpPr>
              <p:cNvPr id="256" name="Google Shape;256;p5"/>
              <p:cNvCxnSpPr>
                <a:stCxn id="240" idx="7"/>
                <a:endCxn id="245" idx="3"/>
              </p:cNvCxnSpPr>
              <p:nvPr/>
            </p:nvCxnSpPr>
            <p:spPr>
              <a:xfrm rot="10800000" flipH="1">
                <a:off x="7896910" y="-1244345"/>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257" name="Google Shape;257;p5"/>
              <p:cNvCxnSpPr>
                <a:stCxn id="241" idx="6"/>
                <a:endCxn id="245" idx="2"/>
              </p:cNvCxnSpPr>
              <p:nvPr/>
            </p:nvCxnSpPr>
            <p:spPr>
              <a:xfrm rot="10800000" flipH="1">
                <a:off x="7118930" y="-1264592"/>
                <a:ext cx="989700" cy="492600"/>
              </a:xfrm>
              <a:prstGeom prst="straightConnector1">
                <a:avLst/>
              </a:prstGeom>
              <a:noFill/>
              <a:ln w="9525" cap="flat" cmpd="sng">
                <a:solidFill>
                  <a:schemeClr val="dk2"/>
                </a:solidFill>
                <a:prstDash val="solid"/>
                <a:round/>
                <a:headEnd type="none" w="med" len="med"/>
                <a:tailEnd type="none" w="med" len="med"/>
              </a:ln>
            </p:spPr>
          </p:cxnSp>
          <p:cxnSp>
            <p:nvCxnSpPr>
              <p:cNvPr id="258" name="Google Shape;258;p5"/>
              <p:cNvCxnSpPr>
                <a:stCxn id="245" idx="0"/>
                <a:endCxn id="239" idx="5"/>
              </p:cNvCxnSpPr>
              <p:nvPr/>
            </p:nvCxnSpPr>
            <p:spPr>
              <a:xfrm rot="10800000">
                <a:off x="7386853" y="-1978577"/>
                <a:ext cx="734700" cy="647100"/>
              </a:xfrm>
              <a:prstGeom prst="straightConnector1">
                <a:avLst/>
              </a:prstGeom>
              <a:noFill/>
              <a:ln w="9525" cap="flat" cmpd="sng">
                <a:solidFill>
                  <a:schemeClr val="dk2"/>
                </a:solidFill>
                <a:prstDash val="solid"/>
                <a:round/>
                <a:headEnd type="none" w="med" len="med"/>
                <a:tailEnd type="none" w="med" len="med"/>
              </a:ln>
            </p:spPr>
          </p:cxnSp>
          <p:cxnSp>
            <p:nvCxnSpPr>
              <p:cNvPr id="259" name="Google Shape;259;p5"/>
              <p:cNvCxnSpPr>
                <a:stCxn id="243" idx="5"/>
                <a:endCxn id="245" idx="1"/>
              </p:cNvCxnSpPr>
              <p:nvPr/>
            </p:nvCxnSpPr>
            <p:spPr>
              <a:xfrm>
                <a:off x="6168510" y="-2299629"/>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260;p5"/>
              <p:cNvCxnSpPr>
                <a:stCxn id="242" idx="6"/>
                <a:endCxn id="245" idx="1"/>
              </p:cNvCxnSpPr>
              <p:nvPr/>
            </p:nvCxnSpPr>
            <p:spPr>
              <a:xfrm rot="10800000" flipH="1">
                <a:off x="6214873" y="-1300586"/>
                <a:ext cx="1886400" cy="489600"/>
              </a:xfrm>
              <a:prstGeom prst="straightConnector1">
                <a:avLst/>
              </a:prstGeom>
              <a:noFill/>
              <a:ln w="9525" cap="flat" cmpd="sng">
                <a:solidFill>
                  <a:schemeClr val="dk2"/>
                </a:solidFill>
                <a:prstDash val="solid"/>
                <a:round/>
                <a:headEnd type="none" w="med" len="med"/>
                <a:tailEnd type="none" w="med" len="med"/>
              </a:ln>
            </p:spPr>
          </p:cxnSp>
          <p:cxnSp>
            <p:nvCxnSpPr>
              <p:cNvPr id="261" name="Google Shape;261;p5"/>
              <p:cNvCxnSpPr>
                <a:stCxn id="242" idx="4"/>
                <a:endCxn id="240" idx="1"/>
              </p:cNvCxnSpPr>
              <p:nvPr/>
            </p:nvCxnSpPr>
            <p:spPr>
              <a:xfrm>
                <a:off x="6201973" y="-744086"/>
                <a:ext cx="1459800" cy="574500"/>
              </a:xfrm>
              <a:prstGeom prst="straightConnector1">
                <a:avLst/>
              </a:prstGeom>
              <a:noFill/>
              <a:ln w="9525" cap="flat" cmpd="sng">
                <a:solidFill>
                  <a:schemeClr val="dk2"/>
                </a:solidFill>
                <a:prstDash val="solid"/>
                <a:round/>
                <a:headEnd type="none" w="med" len="med"/>
                <a:tailEnd type="none" w="med" len="med"/>
              </a:ln>
            </p:spPr>
          </p:cxnSp>
          <p:cxnSp>
            <p:nvCxnSpPr>
              <p:cNvPr id="262" name="Google Shape;262;p5"/>
              <p:cNvCxnSpPr>
                <a:stCxn id="239" idx="4"/>
                <a:endCxn id="240" idx="7"/>
              </p:cNvCxnSpPr>
              <p:nvPr/>
            </p:nvCxnSpPr>
            <p:spPr>
              <a:xfrm>
                <a:off x="7345607" y="-1916318"/>
                <a:ext cx="551400" cy="1588200"/>
              </a:xfrm>
              <a:prstGeom prst="straightConnector1">
                <a:avLst/>
              </a:prstGeom>
              <a:noFill/>
              <a:ln w="9525" cap="flat" cmpd="sng">
                <a:solidFill>
                  <a:schemeClr val="dk2"/>
                </a:solidFill>
                <a:prstDash val="solid"/>
                <a:round/>
                <a:headEnd type="none" w="med" len="med"/>
                <a:tailEnd type="none" w="med" len="med"/>
              </a:ln>
            </p:spPr>
          </p:cxnSp>
          <p:sp>
            <p:nvSpPr>
              <p:cNvPr id="263" name="Google Shape;263;p5"/>
              <p:cNvSpPr/>
              <p:nvPr/>
            </p:nvSpPr>
            <p:spPr>
              <a:xfrm rot="-2047713">
                <a:off x="8788629" y="-4306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64" name="Google Shape;264;p5"/>
              <p:cNvCxnSpPr>
                <a:stCxn id="245" idx="4"/>
                <a:endCxn id="263" idx="7"/>
              </p:cNvCxnSpPr>
              <p:nvPr/>
            </p:nvCxnSpPr>
            <p:spPr>
              <a:xfrm>
                <a:off x="8175553" y="-1251677"/>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265" name="Google Shape;265;p5"/>
              <p:cNvCxnSpPr>
                <a:stCxn id="263" idx="1"/>
                <a:endCxn id="240" idx="5"/>
              </p:cNvCxnSpPr>
              <p:nvPr/>
            </p:nvCxnSpPr>
            <p:spPr>
              <a:xfrm rot="10800000">
                <a:off x="8055700" y="-93031"/>
                <a:ext cx="734100" cy="102900"/>
              </a:xfrm>
              <a:prstGeom prst="straightConnector1">
                <a:avLst/>
              </a:prstGeom>
              <a:noFill/>
              <a:ln w="9525" cap="flat" cmpd="sng">
                <a:solidFill>
                  <a:schemeClr val="dk2"/>
                </a:solidFill>
                <a:prstDash val="solid"/>
                <a:round/>
                <a:headEnd type="none" w="med" len="med"/>
                <a:tailEnd type="none" w="med" len="med"/>
              </a:ln>
            </p:spPr>
          </p:cxnSp>
          <p:cxnSp>
            <p:nvCxnSpPr>
              <p:cNvPr id="266" name="Google Shape;266;p5"/>
              <p:cNvCxnSpPr>
                <a:stCxn id="263" idx="0"/>
                <a:endCxn id="239" idx="4"/>
              </p:cNvCxnSpPr>
              <p:nvPr/>
            </p:nvCxnSpPr>
            <p:spPr>
              <a:xfrm rot="10800000">
                <a:off x="7345463" y="-1916427"/>
                <a:ext cx="1471800" cy="188460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267;p5"/>
              <p:cNvCxnSpPr>
                <a:stCxn id="263" idx="1"/>
                <a:endCxn id="241" idx="5"/>
              </p:cNvCxnSpPr>
              <p:nvPr/>
            </p:nvCxnSpPr>
            <p:spPr>
              <a:xfrm rot="10800000">
                <a:off x="7129000" y="-723031"/>
                <a:ext cx="1660800" cy="732900"/>
              </a:xfrm>
              <a:prstGeom prst="straightConnector1">
                <a:avLst/>
              </a:prstGeom>
              <a:noFill/>
              <a:ln w="9525" cap="flat" cmpd="sng">
                <a:solidFill>
                  <a:schemeClr val="dk2"/>
                </a:solidFill>
                <a:prstDash val="solid"/>
                <a:round/>
                <a:headEnd type="none" w="med" len="med"/>
                <a:tailEnd type="none" w="med" len="med"/>
              </a:ln>
            </p:spPr>
          </p:cxnSp>
          <p:sp>
            <p:nvSpPr>
              <p:cNvPr id="268" name="Google Shape;268;p5"/>
              <p:cNvSpPr/>
              <p:nvPr/>
            </p:nvSpPr>
            <p:spPr>
              <a:xfrm rot="-2040502">
                <a:off x="7684687" y="255003"/>
                <a:ext cx="194703" cy="19470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69" name="Google Shape;269;p5"/>
              <p:cNvCxnSpPr>
                <a:stCxn id="263" idx="2"/>
                <a:endCxn id="268" idx="5"/>
              </p:cNvCxnSpPr>
              <p:nvPr/>
            </p:nvCxnSpPr>
            <p:spPr>
              <a:xfrm flipH="1">
                <a:off x="7877663" y="58773"/>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270" name="Google Shape;270;p5"/>
              <p:cNvCxnSpPr>
                <a:stCxn id="268" idx="1"/>
                <a:endCxn id="244" idx="5"/>
              </p:cNvCxnSpPr>
              <p:nvPr/>
            </p:nvCxnSpPr>
            <p:spPr>
              <a:xfrm rot="10800000">
                <a:off x="6397373" y="-27707"/>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271" name="Google Shape;271;p5"/>
              <p:cNvCxnSpPr>
                <a:stCxn id="268" idx="7"/>
                <a:endCxn id="240" idx="3"/>
              </p:cNvCxnSpPr>
              <p:nvPr/>
            </p:nvCxnSpPr>
            <p:spPr>
              <a:xfrm rot="10800000" flipH="1">
                <a:off x="7800600" y="65689"/>
                <a:ext cx="19800" cy="191100"/>
              </a:xfrm>
              <a:prstGeom prst="straightConnector1">
                <a:avLst/>
              </a:prstGeom>
              <a:noFill/>
              <a:ln w="9525" cap="flat" cmpd="sng">
                <a:solidFill>
                  <a:schemeClr val="dk2"/>
                </a:solidFill>
                <a:prstDash val="solid"/>
                <a:round/>
                <a:headEnd type="none" w="med" len="med"/>
                <a:tailEnd type="none" w="med" len="med"/>
              </a:ln>
            </p:spPr>
          </p:cxnSp>
        </p:grpSp>
        <p:grpSp>
          <p:nvGrpSpPr>
            <p:cNvPr id="272" name="Google Shape;272;p5"/>
            <p:cNvGrpSpPr/>
            <p:nvPr/>
          </p:nvGrpSpPr>
          <p:grpSpPr>
            <a:xfrm rot="10800000" flipH="1">
              <a:off x="-497962" y="2260383"/>
              <a:ext cx="3063625" cy="3321711"/>
              <a:chOff x="-460575" y="-671217"/>
              <a:chExt cx="3063625" cy="3321711"/>
            </a:xfrm>
          </p:grpSpPr>
          <p:cxnSp>
            <p:nvCxnSpPr>
              <p:cNvPr id="273" name="Google Shape;273;p5"/>
              <p:cNvCxnSpPr>
                <a:stCxn id="274" idx="6"/>
                <a:endCxn id="275" idx="2"/>
              </p:cNvCxnSpPr>
              <p:nvPr/>
            </p:nvCxnSpPr>
            <p:spPr>
              <a:xfrm rot="10800000" flipH="1">
                <a:off x="421801" y="-63292"/>
                <a:ext cx="2023800" cy="476400"/>
              </a:xfrm>
              <a:prstGeom prst="straightConnector1">
                <a:avLst/>
              </a:prstGeom>
              <a:noFill/>
              <a:ln w="9525" cap="flat" cmpd="sng">
                <a:solidFill>
                  <a:schemeClr val="dk2"/>
                </a:solidFill>
                <a:prstDash val="solid"/>
                <a:round/>
                <a:headEnd type="none" w="med" len="med"/>
                <a:tailEnd type="none" w="med" len="med"/>
              </a:ln>
            </p:spPr>
          </p:cxnSp>
          <p:sp>
            <p:nvSpPr>
              <p:cNvPr id="275" name="Google Shape;275;p5"/>
              <p:cNvSpPr/>
              <p:nvPr/>
            </p:nvSpPr>
            <p:spPr>
              <a:xfrm>
                <a:off x="2445550" y="-142081"/>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6" name="Google Shape;276;p5"/>
              <p:cNvSpPr/>
              <p:nvPr/>
            </p:nvSpPr>
            <p:spPr>
              <a:xfrm>
                <a:off x="61646" y="-671217"/>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7" name="Google Shape;277;p5"/>
              <p:cNvSpPr/>
              <p:nvPr/>
            </p:nvSpPr>
            <p:spPr>
              <a:xfrm>
                <a:off x="90425" y="2492994"/>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8" name="Google Shape;278;p5"/>
              <p:cNvSpPr/>
              <p:nvPr/>
            </p:nvSpPr>
            <p:spPr>
              <a:xfrm>
                <a:off x="125826" y="88673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9" name="Google Shape;279;p5"/>
              <p:cNvSpPr/>
              <p:nvPr/>
            </p:nvSpPr>
            <p:spPr>
              <a:xfrm>
                <a:off x="382937" y="1317277"/>
                <a:ext cx="1569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80" name="Google Shape;280;p5"/>
              <p:cNvCxnSpPr>
                <a:stCxn id="279" idx="4"/>
                <a:endCxn id="277" idx="0"/>
              </p:cNvCxnSpPr>
              <p:nvPr/>
            </p:nvCxnSpPr>
            <p:spPr>
              <a:xfrm flipH="1">
                <a:off x="169187" y="1474777"/>
                <a:ext cx="292200" cy="1018200"/>
              </a:xfrm>
              <a:prstGeom prst="straightConnector1">
                <a:avLst/>
              </a:prstGeom>
              <a:noFill/>
              <a:ln w="9525" cap="flat" cmpd="sng">
                <a:solidFill>
                  <a:schemeClr val="dk2"/>
                </a:solidFill>
                <a:prstDash val="solid"/>
                <a:round/>
                <a:headEnd type="none" w="med" len="med"/>
                <a:tailEnd type="none" w="med" len="med"/>
              </a:ln>
            </p:spPr>
          </p:cxnSp>
          <p:cxnSp>
            <p:nvCxnSpPr>
              <p:cNvPr id="281" name="Google Shape;281;p5"/>
              <p:cNvCxnSpPr>
                <a:stCxn id="278" idx="4"/>
                <a:endCxn id="277" idx="0"/>
              </p:cNvCxnSpPr>
              <p:nvPr/>
            </p:nvCxnSpPr>
            <p:spPr>
              <a:xfrm>
                <a:off x="169176" y="973437"/>
                <a:ext cx="0" cy="1519500"/>
              </a:xfrm>
              <a:prstGeom prst="straightConnector1">
                <a:avLst/>
              </a:prstGeom>
              <a:noFill/>
              <a:ln w="9525" cap="flat" cmpd="sng">
                <a:solidFill>
                  <a:schemeClr val="dk2"/>
                </a:solidFill>
                <a:prstDash val="solid"/>
                <a:round/>
                <a:headEnd type="none" w="med" len="med"/>
                <a:tailEnd type="none" w="med" len="med"/>
              </a:ln>
            </p:spPr>
          </p:cxnSp>
          <p:cxnSp>
            <p:nvCxnSpPr>
              <p:cNvPr id="282" name="Google Shape;282;p5"/>
              <p:cNvCxnSpPr>
                <a:stCxn id="278" idx="5"/>
                <a:endCxn id="279" idx="1"/>
              </p:cNvCxnSpPr>
              <p:nvPr/>
            </p:nvCxnSpPr>
            <p:spPr>
              <a:xfrm>
                <a:off x="199829" y="960741"/>
                <a:ext cx="206100" cy="379500"/>
              </a:xfrm>
              <a:prstGeom prst="straightConnector1">
                <a:avLst/>
              </a:prstGeom>
              <a:noFill/>
              <a:ln w="9525" cap="flat" cmpd="sng">
                <a:solidFill>
                  <a:schemeClr val="dk2"/>
                </a:solidFill>
                <a:prstDash val="solid"/>
                <a:round/>
                <a:headEnd type="none" w="med" len="med"/>
                <a:tailEnd type="none" w="med" len="med"/>
              </a:ln>
            </p:spPr>
          </p:cxnSp>
          <p:cxnSp>
            <p:nvCxnSpPr>
              <p:cNvPr id="283" name="Google Shape;283;p5"/>
              <p:cNvCxnSpPr>
                <a:stCxn id="278" idx="0"/>
                <a:endCxn id="276" idx="4"/>
              </p:cNvCxnSpPr>
              <p:nvPr/>
            </p:nvCxnSpPr>
            <p:spPr>
              <a:xfrm rot="10800000">
                <a:off x="140376" y="-513663"/>
                <a:ext cx="28800" cy="1400400"/>
              </a:xfrm>
              <a:prstGeom prst="straightConnector1">
                <a:avLst/>
              </a:prstGeom>
              <a:noFill/>
              <a:ln w="9525" cap="flat" cmpd="sng">
                <a:solidFill>
                  <a:schemeClr val="dk2"/>
                </a:solidFill>
                <a:prstDash val="solid"/>
                <a:round/>
                <a:headEnd type="none" w="med" len="med"/>
                <a:tailEnd type="none" w="med" len="med"/>
              </a:ln>
            </p:spPr>
          </p:cxnSp>
          <p:cxnSp>
            <p:nvCxnSpPr>
              <p:cNvPr id="284" name="Google Shape;284;p5"/>
              <p:cNvCxnSpPr>
                <a:stCxn id="278" idx="7"/>
                <a:endCxn id="274" idx="3"/>
              </p:cNvCxnSpPr>
              <p:nvPr/>
            </p:nvCxnSpPr>
            <p:spPr>
              <a:xfrm rot="10800000" flipH="1">
                <a:off x="1998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285" name="Google Shape;285;p5"/>
              <p:cNvCxnSpPr>
                <a:stCxn id="276" idx="5"/>
                <a:endCxn id="274" idx="0"/>
              </p:cNvCxnSpPr>
              <p:nvPr/>
            </p:nvCxnSpPr>
            <p:spPr>
              <a:xfrm>
                <a:off x="196080" y="-536782"/>
                <a:ext cx="182400" cy="906600"/>
              </a:xfrm>
              <a:prstGeom prst="straightConnector1">
                <a:avLst/>
              </a:prstGeom>
              <a:noFill/>
              <a:ln w="9525" cap="flat" cmpd="sng">
                <a:solidFill>
                  <a:schemeClr val="dk2"/>
                </a:solidFill>
                <a:prstDash val="solid"/>
                <a:round/>
                <a:headEnd type="none" w="med" len="med"/>
                <a:tailEnd type="none" w="med" len="med"/>
              </a:ln>
            </p:spPr>
          </p:cxnSp>
          <p:cxnSp>
            <p:nvCxnSpPr>
              <p:cNvPr id="286" name="Google Shape;286;p5"/>
              <p:cNvCxnSpPr>
                <a:stCxn id="276" idx="6"/>
                <a:endCxn id="275" idx="2"/>
              </p:cNvCxnSpPr>
              <p:nvPr/>
            </p:nvCxnSpPr>
            <p:spPr>
              <a:xfrm>
                <a:off x="219146" y="-592467"/>
                <a:ext cx="2226300" cy="529200"/>
              </a:xfrm>
              <a:prstGeom prst="straightConnector1">
                <a:avLst/>
              </a:prstGeom>
              <a:noFill/>
              <a:ln w="9525" cap="flat" cmpd="sng">
                <a:solidFill>
                  <a:schemeClr val="dk2"/>
                </a:solidFill>
                <a:prstDash val="solid"/>
                <a:round/>
                <a:headEnd type="none" w="med" len="med"/>
                <a:tailEnd type="none" w="med" len="med"/>
              </a:ln>
            </p:spPr>
          </p:cxnSp>
          <p:cxnSp>
            <p:nvCxnSpPr>
              <p:cNvPr id="287" name="Google Shape;287;p5"/>
              <p:cNvCxnSpPr>
                <a:stCxn id="288" idx="1"/>
                <a:endCxn id="276" idx="5"/>
              </p:cNvCxnSpPr>
              <p:nvPr/>
            </p:nvCxnSpPr>
            <p:spPr>
              <a:xfrm rot="10800000">
                <a:off x="195958" y="-536780"/>
                <a:ext cx="600600" cy="723900"/>
              </a:xfrm>
              <a:prstGeom prst="straightConnector1">
                <a:avLst/>
              </a:prstGeom>
              <a:noFill/>
              <a:ln w="9525" cap="flat" cmpd="sng">
                <a:solidFill>
                  <a:schemeClr val="dk2"/>
                </a:solidFill>
                <a:prstDash val="solid"/>
                <a:round/>
                <a:headEnd type="none" w="med" len="med"/>
                <a:tailEnd type="none" w="med" len="med"/>
              </a:ln>
            </p:spPr>
          </p:cxnSp>
          <p:cxnSp>
            <p:nvCxnSpPr>
              <p:cNvPr id="289" name="Google Shape;289;p5"/>
              <p:cNvCxnSpPr>
                <a:stCxn id="279" idx="0"/>
                <a:endCxn id="274" idx="4"/>
              </p:cNvCxnSpPr>
              <p:nvPr/>
            </p:nvCxnSpPr>
            <p:spPr>
              <a:xfrm rot="10800000">
                <a:off x="378587" y="456577"/>
                <a:ext cx="82800" cy="860700"/>
              </a:xfrm>
              <a:prstGeom prst="straightConnector1">
                <a:avLst/>
              </a:prstGeom>
              <a:noFill/>
              <a:ln w="9525" cap="flat" cmpd="sng">
                <a:solidFill>
                  <a:schemeClr val="dk2"/>
                </a:solidFill>
                <a:prstDash val="solid"/>
                <a:round/>
                <a:headEnd type="none" w="med" len="med"/>
                <a:tailEnd type="none" w="med" len="med"/>
              </a:ln>
            </p:spPr>
          </p:cxnSp>
          <p:cxnSp>
            <p:nvCxnSpPr>
              <p:cNvPr id="290" name="Google Shape;290;p5"/>
              <p:cNvCxnSpPr>
                <a:stCxn id="279" idx="0"/>
                <a:endCxn id="288" idx="3"/>
              </p:cNvCxnSpPr>
              <p:nvPr/>
            </p:nvCxnSpPr>
            <p:spPr>
              <a:xfrm rot="10800000" flipH="1">
                <a:off x="461387" y="268177"/>
                <a:ext cx="335100" cy="1049100"/>
              </a:xfrm>
              <a:prstGeom prst="straightConnector1">
                <a:avLst/>
              </a:prstGeom>
              <a:noFill/>
              <a:ln w="9525" cap="flat" cmpd="sng">
                <a:solidFill>
                  <a:schemeClr val="dk2"/>
                </a:solidFill>
                <a:prstDash val="solid"/>
                <a:round/>
                <a:headEnd type="none" w="med" len="med"/>
                <a:tailEnd type="none" w="med" len="med"/>
              </a:ln>
            </p:spPr>
          </p:cxnSp>
          <p:sp>
            <p:nvSpPr>
              <p:cNvPr id="291" name="Google Shape;291;p5"/>
              <p:cNvSpPr/>
              <p:nvPr/>
            </p:nvSpPr>
            <p:spPr>
              <a:xfrm>
                <a:off x="987225" y="-92131"/>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92" name="Google Shape;292;p5"/>
              <p:cNvCxnSpPr>
                <a:stCxn id="276" idx="5"/>
                <a:endCxn id="291" idx="1"/>
              </p:cNvCxnSpPr>
              <p:nvPr/>
            </p:nvCxnSpPr>
            <p:spPr>
              <a:xfrm>
                <a:off x="196080" y="-536782"/>
                <a:ext cx="814200" cy="467700"/>
              </a:xfrm>
              <a:prstGeom prst="straightConnector1">
                <a:avLst/>
              </a:prstGeom>
              <a:noFill/>
              <a:ln w="9525" cap="flat" cmpd="sng">
                <a:solidFill>
                  <a:schemeClr val="dk2"/>
                </a:solidFill>
                <a:prstDash val="solid"/>
                <a:round/>
                <a:headEnd type="none" w="med" len="med"/>
                <a:tailEnd type="none" w="med" len="med"/>
              </a:ln>
            </p:spPr>
          </p:cxnSp>
          <p:cxnSp>
            <p:nvCxnSpPr>
              <p:cNvPr id="293" name="Google Shape;293;p5"/>
              <p:cNvCxnSpPr>
                <a:stCxn id="288" idx="7"/>
                <a:endCxn id="291" idx="3"/>
              </p:cNvCxnSpPr>
              <p:nvPr/>
            </p:nvCxnSpPr>
            <p:spPr>
              <a:xfrm rot="10800000" flipH="1">
                <a:off x="877592" y="42220"/>
                <a:ext cx="132600" cy="144900"/>
              </a:xfrm>
              <a:prstGeom prst="straightConnector1">
                <a:avLst/>
              </a:prstGeom>
              <a:noFill/>
              <a:ln w="9525" cap="flat" cmpd="sng">
                <a:solidFill>
                  <a:schemeClr val="dk2"/>
                </a:solidFill>
                <a:prstDash val="solid"/>
                <a:round/>
                <a:headEnd type="none" w="med" len="med"/>
                <a:tailEnd type="none" w="med" len="med"/>
              </a:ln>
            </p:spPr>
          </p:cxnSp>
          <p:cxnSp>
            <p:nvCxnSpPr>
              <p:cNvPr id="294" name="Google Shape;294;p5"/>
              <p:cNvCxnSpPr>
                <a:stCxn id="291" idx="6"/>
                <a:endCxn id="275" idx="2"/>
              </p:cNvCxnSpPr>
              <p:nvPr/>
            </p:nvCxnSpPr>
            <p:spPr>
              <a:xfrm rot="10800000" flipH="1">
                <a:off x="1144725" y="-63481"/>
                <a:ext cx="1300800" cy="50100"/>
              </a:xfrm>
              <a:prstGeom prst="straightConnector1">
                <a:avLst/>
              </a:prstGeom>
              <a:noFill/>
              <a:ln w="9525" cap="flat" cmpd="sng">
                <a:solidFill>
                  <a:schemeClr val="dk2"/>
                </a:solidFill>
                <a:prstDash val="solid"/>
                <a:round/>
                <a:headEnd type="none" w="med" len="med"/>
                <a:tailEnd type="none" w="med" len="med"/>
              </a:ln>
            </p:spPr>
          </p:cxnSp>
          <p:sp>
            <p:nvSpPr>
              <p:cNvPr id="295" name="Google Shape;295;p5"/>
              <p:cNvSpPr/>
              <p:nvPr/>
            </p:nvSpPr>
            <p:spPr>
              <a:xfrm>
                <a:off x="-460575" y="540519"/>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96" name="Google Shape;296;p5"/>
              <p:cNvCxnSpPr>
                <a:stCxn id="295" idx="0"/>
                <a:endCxn id="276" idx="3"/>
              </p:cNvCxnSpPr>
              <p:nvPr/>
            </p:nvCxnSpPr>
            <p:spPr>
              <a:xfrm rot="10800000" flipH="1">
                <a:off x="-381825" y="-536781"/>
                <a:ext cx="466500" cy="1077300"/>
              </a:xfrm>
              <a:prstGeom prst="straightConnector1">
                <a:avLst/>
              </a:prstGeom>
              <a:noFill/>
              <a:ln w="9525" cap="flat" cmpd="sng">
                <a:solidFill>
                  <a:schemeClr val="dk2"/>
                </a:solidFill>
                <a:prstDash val="solid"/>
                <a:round/>
                <a:headEnd type="none" w="med" len="med"/>
                <a:tailEnd type="none" w="med" len="med"/>
              </a:ln>
            </p:spPr>
          </p:cxnSp>
          <p:cxnSp>
            <p:nvCxnSpPr>
              <p:cNvPr id="297" name="Google Shape;297;p5"/>
              <p:cNvCxnSpPr>
                <a:stCxn id="295" idx="6"/>
                <a:endCxn id="274" idx="3"/>
              </p:cNvCxnSpPr>
              <p:nvPr/>
            </p:nvCxnSpPr>
            <p:spPr>
              <a:xfrm rot="10800000" flipH="1">
                <a:off x="-303075" y="443769"/>
                <a:ext cx="651000" cy="175500"/>
              </a:xfrm>
              <a:prstGeom prst="straightConnector1">
                <a:avLst/>
              </a:prstGeom>
              <a:noFill/>
              <a:ln w="9525" cap="flat" cmpd="sng">
                <a:solidFill>
                  <a:schemeClr val="dk2"/>
                </a:solidFill>
                <a:prstDash val="solid"/>
                <a:round/>
                <a:headEnd type="none" w="med" len="med"/>
                <a:tailEnd type="none" w="med" len="med"/>
              </a:ln>
            </p:spPr>
          </p:cxnSp>
          <p:cxnSp>
            <p:nvCxnSpPr>
              <p:cNvPr id="298" name="Google Shape;298;p5"/>
              <p:cNvCxnSpPr>
                <a:stCxn id="295" idx="5"/>
                <a:endCxn id="278" idx="1"/>
              </p:cNvCxnSpPr>
              <p:nvPr/>
            </p:nvCxnSpPr>
            <p:spPr>
              <a:xfrm>
                <a:off x="-326140" y="674953"/>
                <a:ext cx="464700" cy="224400"/>
              </a:xfrm>
              <a:prstGeom prst="straightConnector1">
                <a:avLst/>
              </a:prstGeom>
              <a:noFill/>
              <a:ln w="9525" cap="flat" cmpd="sng">
                <a:solidFill>
                  <a:schemeClr val="dk2"/>
                </a:solidFill>
                <a:prstDash val="solid"/>
                <a:round/>
                <a:headEnd type="none" w="med" len="med"/>
                <a:tailEnd type="none" w="med" len="med"/>
              </a:ln>
            </p:spPr>
          </p:cxnSp>
          <p:cxnSp>
            <p:nvCxnSpPr>
              <p:cNvPr id="299" name="Google Shape;299;p5"/>
              <p:cNvCxnSpPr>
                <a:stCxn id="295" idx="5"/>
                <a:endCxn id="277" idx="1"/>
              </p:cNvCxnSpPr>
              <p:nvPr/>
            </p:nvCxnSpPr>
            <p:spPr>
              <a:xfrm>
                <a:off x="-326140" y="674953"/>
                <a:ext cx="439500" cy="1841100"/>
              </a:xfrm>
              <a:prstGeom prst="straightConnector1">
                <a:avLst/>
              </a:prstGeom>
              <a:noFill/>
              <a:ln w="9525" cap="flat" cmpd="sng">
                <a:solidFill>
                  <a:schemeClr val="dk2"/>
                </a:solidFill>
                <a:prstDash val="solid"/>
                <a:round/>
                <a:headEnd type="none" w="med" len="med"/>
                <a:tailEnd type="none" w="med" len="med"/>
              </a:ln>
            </p:spPr>
          </p:cxnSp>
          <p:sp>
            <p:nvSpPr>
              <p:cNvPr id="288" name="Google Shape;288;p5"/>
              <p:cNvSpPr/>
              <p:nvPr/>
            </p:nvSpPr>
            <p:spPr>
              <a:xfrm>
                <a:off x="779775" y="170338"/>
                <a:ext cx="114600" cy="1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4" name="Google Shape;274;p5"/>
              <p:cNvSpPr/>
              <p:nvPr/>
            </p:nvSpPr>
            <p:spPr>
              <a:xfrm>
                <a:off x="335101" y="369758"/>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300" name="Google Shape;300;p5"/>
          <p:cNvGrpSpPr/>
          <p:nvPr/>
        </p:nvGrpSpPr>
        <p:grpSpPr>
          <a:xfrm>
            <a:off x="3132451" y="3639438"/>
            <a:ext cx="5812012" cy="1415987"/>
            <a:chOff x="3132451" y="3639438"/>
            <a:chExt cx="5812012" cy="1415987"/>
          </a:xfrm>
        </p:grpSpPr>
        <p:grpSp>
          <p:nvGrpSpPr>
            <p:cNvPr id="301" name="Google Shape;301;p5"/>
            <p:cNvGrpSpPr/>
            <p:nvPr/>
          </p:nvGrpSpPr>
          <p:grpSpPr>
            <a:xfrm rot="10800000" flipH="1">
              <a:off x="8538188" y="3639438"/>
              <a:ext cx="406275" cy="563575"/>
              <a:chOff x="140150" y="4340075"/>
              <a:chExt cx="406275" cy="563575"/>
            </a:xfrm>
          </p:grpSpPr>
          <p:sp>
            <p:nvSpPr>
              <p:cNvPr id="302" name="Google Shape;302;p5"/>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3" name="Google Shape;303;p5"/>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4" name="Google Shape;304;p5"/>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5" name="Google Shape;305;p5"/>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06" name="Google Shape;306;p5"/>
            <p:cNvGrpSpPr/>
            <p:nvPr/>
          </p:nvGrpSpPr>
          <p:grpSpPr>
            <a:xfrm rot="10800000">
              <a:off x="3132451" y="4732750"/>
              <a:ext cx="298275" cy="322675"/>
              <a:chOff x="8667225" y="681525"/>
              <a:chExt cx="298275" cy="322675"/>
            </a:xfrm>
          </p:grpSpPr>
          <p:sp>
            <p:nvSpPr>
              <p:cNvPr id="307" name="Google Shape;307;p5"/>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8" name="Google Shape;308;p5"/>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9" name="Google Shape;309;p5"/>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0"/>
        <p:cNvGrpSpPr/>
        <p:nvPr/>
      </p:nvGrpSpPr>
      <p:grpSpPr>
        <a:xfrm>
          <a:off x="0" y="0"/>
          <a:ext cx="0" cy="0"/>
          <a:chOff x="0" y="0"/>
          <a:chExt cx="0" cy="0"/>
        </a:xfrm>
      </p:grpSpPr>
      <p:sp>
        <p:nvSpPr>
          <p:cNvPr id="371" name="Google Shape;371;p7"/>
          <p:cNvSpPr txBox="1">
            <a:spLocks noGrp="1"/>
          </p:cNvSpPr>
          <p:nvPr>
            <p:ph type="title"/>
          </p:nvPr>
        </p:nvSpPr>
        <p:spPr>
          <a:xfrm>
            <a:off x="865625" y="539500"/>
            <a:ext cx="3668400" cy="1097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2" name="Google Shape;372;p7"/>
          <p:cNvSpPr txBox="1">
            <a:spLocks noGrp="1"/>
          </p:cNvSpPr>
          <p:nvPr>
            <p:ph type="subTitle" idx="1"/>
          </p:nvPr>
        </p:nvSpPr>
        <p:spPr>
          <a:xfrm>
            <a:off x="865625" y="1621843"/>
            <a:ext cx="3668400" cy="2982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373" name="Google Shape;373;p7"/>
          <p:cNvSpPr>
            <a:spLocks noGrp="1"/>
          </p:cNvSpPr>
          <p:nvPr>
            <p:ph type="pic" idx="2"/>
          </p:nvPr>
        </p:nvSpPr>
        <p:spPr>
          <a:xfrm>
            <a:off x="5029325" y="833500"/>
            <a:ext cx="3476400" cy="3476400"/>
          </a:xfrm>
          <a:prstGeom prst="ellipse">
            <a:avLst/>
          </a:prstGeom>
          <a:noFill/>
          <a:ln>
            <a:noFill/>
          </a:ln>
        </p:spPr>
      </p:sp>
      <p:grpSp>
        <p:nvGrpSpPr>
          <p:cNvPr id="374" name="Google Shape;374;p7"/>
          <p:cNvGrpSpPr/>
          <p:nvPr/>
        </p:nvGrpSpPr>
        <p:grpSpPr>
          <a:xfrm>
            <a:off x="-225924" y="-192037"/>
            <a:ext cx="1609774" cy="2641456"/>
            <a:chOff x="-225924" y="-192037"/>
            <a:chExt cx="1609774" cy="2641456"/>
          </a:xfrm>
        </p:grpSpPr>
        <p:cxnSp>
          <p:nvCxnSpPr>
            <p:cNvPr id="375" name="Google Shape;375;p7"/>
            <p:cNvCxnSpPr>
              <a:stCxn id="376" idx="7"/>
              <a:endCxn id="377" idx="2"/>
            </p:cNvCxnSpPr>
            <p:nvPr/>
          </p:nvCxnSpPr>
          <p:spPr>
            <a:xfrm rot="10800000" flipH="1">
              <a:off x="332904" y="155655"/>
              <a:ext cx="893400" cy="226800"/>
            </a:xfrm>
            <a:prstGeom prst="straightConnector1">
              <a:avLst/>
            </a:prstGeom>
            <a:noFill/>
            <a:ln w="9525" cap="flat" cmpd="sng">
              <a:solidFill>
                <a:schemeClr val="dk2"/>
              </a:solidFill>
              <a:prstDash val="solid"/>
              <a:round/>
              <a:headEnd type="none" w="med" len="med"/>
              <a:tailEnd type="none" w="med" len="med"/>
            </a:ln>
          </p:spPr>
        </p:cxnSp>
        <p:sp>
          <p:nvSpPr>
            <p:cNvPr id="377" name="Google Shape;377;p7"/>
            <p:cNvSpPr/>
            <p:nvPr/>
          </p:nvSpPr>
          <p:spPr>
            <a:xfrm>
              <a:off x="1226350" y="767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8" name="Google Shape;378;p7"/>
            <p:cNvSpPr/>
            <p:nvPr/>
          </p:nvSpPr>
          <p:spPr>
            <a:xfrm>
              <a:off x="-225924" y="-192037"/>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79" name="Google Shape;379;p7"/>
            <p:cNvSpPr/>
            <p:nvPr/>
          </p:nvSpPr>
          <p:spPr>
            <a:xfrm>
              <a:off x="177600" y="229191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0" name="Google Shape;380;p7"/>
            <p:cNvSpPr/>
            <p:nvPr/>
          </p:nvSpPr>
          <p:spPr>
            <a:xfrm>
              <a:off x="734301" y="22218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1" name="Google Shape;381;p7"/>
            <p:cNvSpPr/>
            <p:nvPr/>
          </p:nvSpPr>
          <p:spPr>
            <a:xfrm>
              <a:off x="49626" y="886737"/>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2" name="Google Shape;382;p7"/>
            <p:cNvSpPr/>
            <p:nvPr/>
          </p:nvSpPr>
          <p:spPr>
            <a:xfrm>
              <a:off x="292075" y="1058069"/>
              <a:ext cx="147900" cy="147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83" name="Google Shape;383;p7"/>
            <p:cNvCxnSpPr>
              <a:stCxn id="382" idx="4"/>
              <a:endCxn id="379" idx="0"/>
            </p:cNvCxnSpPr>
            <p:nvPr/>
          </p:nvCxnSpPr>
          <p:spPr>
            <a:xfrm flipH="1">
              <a:off x="256225" y="1205969"/>
              <a:ext cx="109800" cy="1086000"/>
            </a:xfrm>
            <a:prstGeom prst="straightConnector1">
              <a:avLst/>
            </a:prstGeom>
            <a:noFill/>
            <a:ln w="9525" cap="flat" cmpd="sng">
              <a:solidFill>
                <a:schemeClr val="dk2"/>
              </a:solidFill>
              <a:prstDash val="solid"/>
              <a:round/>
              <a:headEnd type="none" w="med" len="med"/>
              <a:tailEnd type="none" w="med" len="med"/>
            </a:ln>
          </p:spPr>
        </p:cxnSp>
        <p:cxnSp>
          <p:nvCxnSpPr>
            <p:cNvPr id="384" name="Google Shape;384;p7"/>
            <p:cNvCxnSpPr>
              <a:stCxn id="381" idx="4"/>
              <a:endCxn id="379" idx="0"/>
            </p:cNvCxnSpPr>
            <p:nvPr/>
          </p:nvCxnSpPr>
          <p:spPr>
            <a:xfrm>
              <a:off x="92976" y="973437"/>
              <a:ext cx="163500" cy="1318500"/>
            </a:xfrm>
            <a:prstGeom prst="straightConnector1">
              <a:avLst/>
            </a:prstGeom>
            <a:noFill/>
            <a:ln w="9525" cap="flat" cmpd="sng">
              <a:solidFill>
                <a:schemeClr val="dk2"/>
              </a:solidFill>
              <a:prstDash val="solid"/>
              <a:round/>
              <a:headEnd type="none" w="med" len="med"/>
              <a:tailEnd type="none" w="med" len="med"/>
            </a:ln>
          </p:spPr>
        </p:cxnSp>
        <p:cxnSp>
          <p:nvCxnSpPr>
            <p:cNvPr id="385" name="Google Shape;385;p7"/>
            <p:cNvCxnSpPr>
              <a:stCxn id="381" idx="5"/>
              <a:endCxn id="382" idx="1"/>
            </p:cNvCxnSpPr>
            <p:nvPr/>
          </p:nvCxnSpPr>
          <p:spPr>
            <a:xfrm>
              <a:off x="123629" y="960741"/>
              <a:ext cx="190200" cy="11910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7"/>
            <p:cNvCxnSpPr>
              <a:stCxn id="381" idx="0"/>
              <a:endCxn id="378" idx="4"/>
            </p:cNvCxnSpPr>
            <p:nvPr/>
          </p:nvCxnSpPr>
          <p:spPr>
            <a:xfrm rot="10800000">
              <a:off x="-176124" y="-92163"/>
              <a:ext cx="269100" cy="978900"/>
            </a:xfrm>
            <a:prstGeom prst="straightConnector1">
              <a:avLst/>
            </a:prstGeom>
            <a:noFill/>
            <a:ln w="9525" cap="flat" cmpd="sng">
              <a:solidFill>
                <a:schemeClr val="dk2"/>
              </a:solidFill>
              <a:prstDash val="solid"/>
              <a:round/>
              <a:headEnd type="none" w="med" len="med"/>
              <a:tailEnd type="none" w="med" len="med"/>
            </a:ln>
          </p:spPr>
        </p:cxnSp>
        <p:cxnSp>
          <p:nvCxnSpPr>
            <p:cNvPr id="387" name="Google Shape;387;p7"/>
            <p:cNvCxnSpPr>
              <a:stCxn id="381" idx="7"/>
              <a:endCxn id="376" idx="3"/>
            </p:cNvCxnSpPr>
            <p:nvPr/>
          </p:nvCxnSpPr>
          <p:spPr>
            <a:xfrm rot="10800000" flipH="1">
              <a:off x="1236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388" name="Google Shape;388;p7"/>
            <p:cNvCxnSpPr>
              <a:stCxn id="378" idx="5"/>
              <a:endCxn id="376" idx="1"/>
            </p:cNvCxnSpPr>
            <p:nvPr/>
          </p:nvCxnSpPr>
          <p:spPr>
            <a:xfrm>
              <a:off x="-140654" y="-106767"/>
              <a:ext cx="412200" cy="489300"/>
            </a:xfrm>
            <a:prstGeom prst="straightConnector1">
              <a:avLst/>
            </a:prstGeom>
            <a:noFill/>
            <a:ln w="9525" cap="flat" cmpd="sng">
              <a:solidFill>
                <a:schemeClr val="dk2"/>
              </a:solidFill>
              <a:prstDash val="solid"/>
              <a:round/>
              <a:headEnd type="none" w="med" len="med"/>
              <a:tailEnd type="none" w="med" len="med"/>
            </a:ln>
          </p:spPr>
        </p:cxnSp>
        <p:cxnSp>
          <p:nvCxnSpPr>
            <p:cNvPr id="389" name="Google Shape;389;p7"/>
            <p:cNvCxnSpPr>
              <a:stCxn id="378" idx="6"/>
              <a:endCxn id="377" idx="2"/>
            </p:cNvCxnSpPr>
            <p:nvPr/>
          </p:nvCxnSpPr>
          <p:spPr>
            <a:xfrm>
              <a:off x="-126024" y="-142087"/>
              <a:ext cx="1352400" cy="297600"/>
            </a:xfrm>
            <a:prstGeom prst="straightConnector1">
              <a:avLst/>
            </a:prstGeom>
            <a:noFill/>
            <a:ln w="9525" cap="flat" cmpd="sng">
              <a:solidFill>
                <a:schemeClr val="dk2"/>
              </a:solidFill>
              <a:prstDash val="solid"/>
              <a:round/>
              <a:headEnd type="none" w="med" len="med"/>
              <a:tailEnd type="none" w="med" len="med"/>
            </a:ln>
          </p:spPr>
        </p:cxnSp>
        <p:cxnSp>
          <p:nvCxnSpPr>
            <p:cNvPr id="390" name="Google Shape;390;p7"/>
            <p:cNvCxnSpPr>
              <a:stCxn id="380" idx="2"/>
              <a:endCxn id="378" idx="5"/>
            </p:cNvCxnSpPr>
            <p:nvPr/>
          </p:nvCxnSpPr>
          <p:spPr>
            <a:xfrm rot="10800000">
              <a:off x="-140799" y="-106763"/>
              <a:ext cx="875100" cy="372300"/>
            </a:xfrm>
            <a:prstGeom prst="straightConnector1">
              <a:avLst/>
            </a:prstGeom>
            <a:noFill/>
            <a:ln w="9525" cap="flat" cmpd="sng">
              <a:solidFill>
                <a:schemeClr val="dk2"/>
              </a:solidFill>
              <a:prstDash val="solid"/>
              <a:round/>
              <a:headEnd type="none" w="med" len="med"/>
              <a:tailEnd type="none" w="med" len="med"/>
            </a:ln>
          </p:spPr>
        </p:cxnSp>
        <p:cxnSp>
          <p:nvCxnSpPr>
            <p:cNvPr id="391" name="Google Shape;391;p7"/>
            <p:cNvCxnSpPr>
              <a:stCxn id="382" idx="0"/>
              <a:endCxn id="376" idx="4"/>
            </p:cNvCxnSpPr>
            <p:nvPr/>
          </p:nvCxnSpPr>
          <p:spPr>
            <a:xfrm rot="10800000">
              <a:off x="302125" y="456569"/>
              <a:ext cx="63900" cy="601500"/>
            </a:xfrm>
            <a:prstGeom prst="straightConnector1">
              <a:avLst/>
            </a:prstGeom>
            <a:noFill/>
            <a:ln w="9525" cap="flat" cmpd="sng">
              <a:solidFill>
                <a:schemeClr val="dk2"/>
              </a:solidFill>
              <a:prstDash val="solid"/>
              <a:round/>
              <a:headEnd type="none" w="med" len="med"/>
              <a:tailEnd type="none" w="med" len="med"/>
            </a:ln>
          </p:spPr>
        </p:cxnSp>
        <p:cxnSp>
          <p:nvCxnSpPr>
            <p:cNvPr id="392" name="Google Shape;392;p7"/>
            <p:cNvCxnSpPr>
              <a:stCxn id="382" idx="0"/>
              <a:endCxn id="380" idx="3"/>
            </p:cNvCxnSpPr>
            <p:nvPr/>
          </p:nvCxnSpPr>
          <p:spPr>
            <a:xfrm rot="10800000" flipH="1">
              <a:off x="366025" y="296069"/>
              <a:ext cx="381000" cy="762000"/>
            </a:xfrm>
            <a:prstGeom prst="straightConnector1">
              <a:avLst/>
            </a:prstGeom>
            <a:noFill/>
            <a:ln w="9525" cap="flat" cmpd="sng">
              <a:solidFill>
                <a:schemeClr val="dk2"/>
              </a:solidFill>
              <a:prstDash val="solid"/>
              <a:round/>
              <a:headEnd type="none" w="med" len="med"/>
              <a:tailEnd type="none" w="med" len="med"/>
            </a:ln>
          </p:spPr>
        </p:cxnSp>
        <p:sp>
          <p:nvSpPr>
            <p:cNvPr id="376" name="Google Shape;376;p7"/>
            <p:cNvSpPr/>
            <p:nvPr/>
          </p:nvSpPr>
          <p:spPr>
            <a:xfrm>
              <a:off x="258901" y="369758"/>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93" name="Google Shape;393;p7"/>
          <p:cNvGrpSpPr/>
          <p:nvPr/>
        </p:nvGrpSpPr>
        <p:grpSpPr>
          <a:xfrm>
            <a:off x="194975" y="4436050"/>
            <a:ext cx="406275" cy="563575"/>
            <a:chOff x="140150" y="4340075"/>
            <a:chExt cx="406275" cy="563575"/>
          </a:xfrm>
        </p:grpSpPr>
        <p:sp>
          <p:nvSpPr>
            <p:cNvPr id="394" name="Google Shape;394;p7"/>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95" name="Google Shape;395;p7"/>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96" name="Google Shape;396;p7"/>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97" name="Google Shape;397;p7"/>
            <p:cNvSpPr/>
            <p:nvPr/>
          </p:nvSpPr>
          <p:spPr>
            <a:xfrm rot="10800000">
              <a:off x="165050" y="4657175"/>
              <a:ext cx="51300" cy="513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8"/>
        <p:cNvGrpSpPr/>
        <p:nvPr/>
      </p:nvGrpSpPr>
      <p:grpSpPr>
        <a:xfrm>
          <a:off x="0" y="0"/>
          <a:ext cx="0" cy="0"/>
          <a:chOff x="0" y="0"/>
          <a:chExt cx="0" cy="0"/>
        </a:xfrm>
      </p:grpSpPr>
      <p:sp>
        <p:nvSpPr>
          <p:cNvPr id="399" name="Google Shape;399;p8"/>
          <p:cNvSpPr txBox="1">
            <a:spLocks noGrp="1"/>
          </p:cNvSpPr>
          <p:nvPr>
            <p:ph type="title"/>
          </p:nvPr>
        </p:nvSpPr>
        <p:spPr>
          <a:xfrm>
            <a:off x="713325" y="1485796"/>
            <a:ext cx="7717500" cy="217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00" name="Google Shape;400;p8"/>
          <p:cNvGrpSpPr/>
          <p:nvPr/>
        </p:nvGrpSpPr>
        <p:grpSpPr>
          <a:xfrm>
            <a:off x="-626841" y="-1892623"/>
            <a:ext cx="9741411" cy="8805493"/>
            <a:chOff x="-626841" y="-1892623"/>
            <a:chExt cx="9741411" cy="8805493"/>
          </a:xfrm>
        </p:grpSpPr>
        <p:grpSp>
          <p:nvGrpSpPr>
            <p:cNvPr id="401" name="Google Shape;401;p8"/>
            <p:cNvGrpSpPr/>
            <p:nvPr/>
          </p:nvGrpSpPr>
          <p:grpSpPr>
            <a:xfrm>
              <a:off x="-626841" y="3469144"/>
              <a:ext cx="5410264" cy="3443726"/>
              <a:chOff x="-436341" y="3418344"/>
              <a:chExt cx="5410264" cy="3443726"/>
            </a:xfrm>
          </p:grpSpPr>
          <p:sp>
            <p:nvSpPr>
              <p:cNvPr id="402" name="Google Shape;402;p8"/>
              <p:cNvSpPr/>
              <p:nvPr/>
            </p:nvSpPr>
            <p:spPr>
              <a:xfrm rot="10800000" flipH="1">
                <a:off x="-436341" y="5541596"/>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3" name="Google Shape;403;p8"/>
              <p:cNvSpPr/>
              <p:nvPr/>
            </p:nvSpPr>
            <p:spPr>
              <a:xfrm rot="10800000" flipH="1">
                <a:off x="1998031" y="646094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4" name="Google Shape;404;p8"/>
              <p:cNvSpPr/>
              <p:nvPr/>
            </p:nvSpPr>
            <p:spPr>
              <a:xfrm rot="10800000" flipH="1">
                <a:off x="1331188" y="3979840"/>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5" name="Google Shape;405;p8"/>
              <p:cNvSpPr/>
              <p:nvPr/>
            </p:nvSpPr>
            <p:spPr>
              <a:xfrm rot="10800000" flipH="1">
                <a:off x="1136579" y="5573524"/>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6" name="Google Shape;406;p8"/>
              <p:cNvSpPr/>
              <p:nvPr/>
            </p:nvSpPr>
            <p:spPr>
              <a:xfrm rot="10800000" flipH="1">
                <a:off x="-13908" y="6509971"/>
                <a:ext cx="96300" cy="96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7" name="Google Shape;407;p8"/>
              <p:cNvSpPr/>
              <p:nvPr/>
            </p:nvSpPr>
            <p:spPr>
              <a:xfrm rot="10800000" flipH="1">
                <a:off x="1136579" y="673157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8" name="Google Shape;408;p8"/>
              <p:cNvSpPr/>
              <p:nvPr/>
            </p:nvSpPr>
            <p:spPr>
              <a:xfrm rot="10800000" flipH="1">
                <a:off x="248148" y="4631902"/>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9" name="Google Shape;409;p8"/>
              <p:cNvSpPr/>
              <p:nvPr/>
            </p:nvSpPr>
            <p:spPr>
              <a:xfrm rot="10800000" flipH="1">
                <a:off x="4877623" y="4911977"/>
                <a:ext cx="96300" cy="96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10" name="Google Shape;410;p8"/>
              <p:cNvCxnSpPr>
                <a:stCxn id="406" idx="5"/>
                <a:endCxn id="405" idx="1"/>
              </p:cNvCxnSpPr>
              <p:nvPr/>
            </p:nvCxnSpPr>
            <p:spPr>
              <a:xfrm rot="10800000" flipH="1">
                <a:off x="68289" y="5684974"/>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411" name="Google Shape;411;p8"/>
              <p:cNvCxnSpPr>
                <a:stCxn id="407" idx="4"/>
                <a:endCxn id="405" idx="0"/>
              </p:cNvCxnSpPr>
              <p:nvPr/>
            </p:nvCxnSpPr>
            <p:spPr>
              <a:xfrm rot="10800000">
                <a:off x="1201829" y="5704070"/>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412" name="Google Shape;412;p8"/>
              <p:cNvCxnSpPr>
                <a:stCxn id="402" idx="6"/>
                <a:endCxn id="405" idx="2"/>
              </p:cNvCxnSpPr>
              <p:nvPr/>
            </p:nvCxnSpPr>
            <p:spPr>
              <a:xfrm>
                <a:off x="-241941" y="5638796"/>
                <a:ext cx="1378500" cy="0"/>
              </a:xfrm>
              <a:prstGeom prst="straightConnector1">
                <a:avLst/>
              </a:prstGeom>
              <a:noFill/>
              <a:ln w="9525" cap="flat" cmpd="sng">
                <a:solidFill>
                  <a:schemeClr val="dk2"/>
                </a:solidFill>
                <a:prstDash val="solid"/>
                <a:round/>
                <a:headEnd type="none" w="med" len="med"/>
                <a:tailEnd type="none" w="med" len="med"/>
              </a:ln>
            </p:spPr>
          </p:cxnSp>
          <p:cxnSp>
            <p:nvCxnSpPr>
              <p:cNvPr id="413" name="Google Shape;413;p8"/>
              <p:cNvCxnSpPr>
                <a:stCxn id="402" idx="0"/>
                <a:endCxn id="406" idx="3"/>
              </p:cNvCxnSpPr>
              <p:nvPr/>
            </p:nvCxnSpPr>
            <p:spPr>
              <a:xfrm>
                <a:off x="-339141" y="5735996"/>
                <a:ext cx="339300" cy="788100"/>
              </a:xfrm>
              <a:prstGeom prst="straightConnector1">
                <a:avLst/>
              </a:prstGeom>
              <a:noFill/>
              <a:ln w="9525" cap="flat" cmpd="sng">
                <a:solidFill>
                  <a:schemeClr val="dk2"/>
                </a:solidFill>
                <a:prstDash val="solid"/>
                <a:round/>
                <a:headEnd type="none" w="med" len="med"/>
                <a:tailEnd type="none" w="med" len="med"/>
              </a:ln>
            </p:spPr>
          </p:cxnSp>
          <p:cxnSp>
            <p:nvCxnSpPr>
              <p:cNvPr id="414" name="Google Shape;414;p8"/>
              <p:cNvCxnSpPr>
                <a:stCxn id="406" idx="7"/>
                <a:endCxn id="407" idx="2"/>
              </p:cNvCxnSpPr>
              <p:nvPr/>
            </p:nvCxnSpPr>
            <p:spPr>
              <a:xfrm>
                <a:off x="68289" y="6592168"/>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415" name="Google Shape;415;p8"/>
              <p:cNvCxnSpPr>
                <a:stCxn id="407" idx="6"/>
                <a:endCxn id="403" idx="2"/>
              </p:cNvCxnSpPr>
              <p:nvPr/>
            </p:nvCxnSpPr>
            <p:spPr>
              <a:xfrm rot="10800000" flipH="1">
                <a:off x="1267079" y="6558020"/>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416" name="Google Shape;416;p8"/>
              <p:cNvCxnSpPr>
                <a:stCxn id="405" idx="7"/>
                <a:endCxn id="403" idx="3"/>
              </p:cNvCxnSpPr>
              <p:nvPr/>
            </p:nvCxnSpPr>
            <p:spPr>
              <a:xfrm>
                <a:off x="1247968" y="5684913"/>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8"/>
              <p:cNvCxnSpPr>
                <a:stCxn id="402" idx="5"/>
                <a:endCxn id="408" idx="1"/>
              </p:cNvCxnSpPr>
              <p:nvPr/>
            </p:nvCxnSpPr>
            <p:spPr>
              <a:xfrm rot="10800000" flipH="1">
                <a:off x="-270410" y="4743265"/>
                <a:ext cx="537600" cy="82680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8"/>
              <p:cNvCxnSpPr>
                <a:stCxn id="408" idx="7"/>
                <a:endCxn id="405" idx="3"/>
              </p:cNvCxnSpPr>
              <p:nvPr/>
            </p:nvCxnSpPr>
            <p:spPr>
              <a:xfrm>
                <a:off x="359537" y="4743291"/>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8"/>
              <p:cNvCxnSpPr>
                <a:stCxn id="408" idx="6"/>
                <a:endCxn id="404" idx="2"/>
              </p:cNvCxnSpPr>
              <p:nvPr/>
            </p:nvCxnSpPr>
            <p:spPr>
              <a:xfrm rot="10800000" flipH="1">
                <a:off x="378648" y="4180552"/>
                <a:ext cx="952500" cy="51660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8"/>
              <p:cNvCxnSpPr>
                <a:stCxn id="404" idx="1"/>
                <a:endCxn id="405" idx="4"/>
              </p:cNvCxnSpPr>
              <p:nvPr/>
            </p:nvCxnSpPr>
            <p:spPr>
              <a:xfrm flipH="1">
                <a:off x="1201872" y="4322457"/>
                <a:ext cx="188100" cy="1251000"/>
              </a:xfrm>
              <a:prstGeom prst="straightConnector1">
                <a:avLst/>
              </a:prstGeom>
              <a:noFill/>
              <a:ln w="9525" cap="flat" cmpd="sng">
                <a:solidFill>
                  <a:schemeClr val="dk2"/>
                </a:solidFill>
                <a:prstDash val="solid"/>
                <a:round/>
                <a:headEnd type="none" w="med" len="med"/>
                <a:tailEnd type="none" w="med" len="med"/>
              </a:ln>
            </p:spPr>
          </p:cxnSp>
          <p:cxnSp>
            <p:nvCxnSpPr>
              <p:cNvPr id="421" name="Google Shape;421;p8"/>
              <p:cNvCxnSpPr>
                <a:stCxn id="409" idx="1"/>
                <a:endCxn id="403" idx="5"/>
              </p:cNvCxnSpPr>
              <p:nvPr/>
            </p:nvCxnSpPr>
            <p:spPr>
              <a:xfrm flipH="1">
                <a:off x="2163826" y="4994175"/>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422;p8"/>
              <p:cNvCxnSpPr>
                <a:stCxn id="406" idx="6"/>
                <a:endCxn id="409" idx="1"/>
              </p:cNvCxnSpPr>
              <p:nvPr/>
            </p:nvCxnSpPr>
            <p:spPr>
              <a:xfrm rot="10800000" flipH="1">
                <a:off x="82392" y="4994221"/>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423;p8"/>
              <p:cNvCxnSpPr>
                <a:stCxn id="403" idx="4"/>
                <a:endCxn id="404" idx="0"/>
              </p:cNvCxnSpPr>
              <p:nvPr/>
            </p:nvCxnSpPr>
            <p:spPr>
              <a:xfrm rot="10800000">
                <a:off x="1531831" y="4381348"/>
                <a:ext cx="563400" cy="2079600"/>
              </a:xfrm>
              <a:prstGeom prst="straightConnector1">
                <a:avLst/>
              </a:prstGeom>
              <a:noFill/>
              <a:ln w="9525" cap="flat" cmpd="sng">
                <a:solidFill>
                  <a:schemeClr val="dk2"/>
                </a:solidFill>
                <a:prstDash val="solid"/>
                <a:round/>
                <a:headEnd type="none" w="med" len="med"/>
                <a:tailEnd type="none" w="med" len="med"/>
              </a:ln>
            </p:spPr>
          </p:cxnSp>
          <p:cxnSp>
            <p:nvCxnSpPr>
              <p:cNvPr id="424" name="Google Shape;424;p8"/>
              <p:cNvCxnSpPr>
                <a:stCxn id="402" idx="5"/>
                <a:endCxn id="404" idx="1"/>
              </p:cNvCxnSpPr>
              <p:nvPr/>
            </p:nvCxnSpPr>
            <p:spPr>
              <a:xfrm rot="10800000" flipH="1">
                <a:off x="-270410" y="4322365"/>
                <a:ext cx="1660500" cy="1247700"/>
              </a:xfrm>
              <a:prstGeom prst="straightConnector1">
                <a:avLst/>
              </a:prstGeom>
              <a:noFill/>
              <a:ln w="9525" cap="flat" cmpd="sng">
                <a:solidFill>
                  <a:schemeClr val="dk2"/>
                </a:solidFill>
                <a:prstDash val="solid"/>
                <a:round/>
                <a:headEnd type="none" w="med" len="med"/>
                <a:tailEnd type="none" w="med" len="med"/>
              </a:ln>
            </p:spPr>
          </p:cxnSp>
          <p:sp>
            <p:nvSpPr>
              <p:cNvPr id="425" name="Google Shape;425;p8"/>
              <p:cNvSpPr/>
              <p:nvPr/>
            </p:nvSpPr>
            <p:spPr>
              <a:xfrm rot="10800000" flipH="1">
                <a:off x="3294598" y="4298063"/>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26" name="Google Shape;426;p8"/>
              <p:cNvCxnSpPr>
                <a:stCxn id="409" idx="2"/>
                <a:endCxn id="425" idx="7"/>
              </p:cNvCxnSpPr>
              <p:nvPr/>
            </p:nvCxnSpPr>
            <p:spPr>
              <a:xfrm rot="10800000">
                <a:off x="3406123" y="4409327"/>
                <a:ext cx="1471500" cy="550800"/>
              </a:xfrm>
              <a:prstGeom prst="straightConnector1">
                <a:avLst/>
              </a:prstGeom>
              <a:noFill/>
              <a:ln w="9525" cap="flat" cmpd="sng">
                <a:solidFill>
                  <a:schemeClr val="dk2"/>
                </a:solidFill>
                <a:prstDash val="solid"/>
                <a:round/>
                <a:headEnd type="none" w="med" len="med"/>
                <a:tailEnd type="none" w="med" len="med"/>
              </a:ln>
            </p:spPr>
          </p:cxnSp>
          <p:cxnSp>
            <p:nvCxnSpPr>
              <p:cNvPr id="427" name="Google Shape;427;p8"/>
              <p:cNvCxnSpPr>
                <a:stCxn id="425" idx="2"/>
                <a:endCxn id="404" idx="6"/>
              </p:cNvCxnSpPr>
              <p:nvPr/>
            </p:nvCxnSpPr>
            <p:spPr>
              <a:xfrm rot="10800000">
                <a:off x="1732498" y="4180613"/>
                <a:ext cx="1562100" cy="182700"/>
              </a:xfrm>
              <a:prstGeom prst="straightConnector1">
                <a:avLst/>
              </a:prstGeom>
              <a:noFill/>
              <a:ln w="9525" cap="flat" cmpd="sng">
                <a:solidFill>
                  <a:schemeClr val="dk2"/>
                </a:solidFill>
                <a:prstDash val="solid"/>
                <a:round/>
                <a:headEnd type="none" w="med" len="med"/>
                <a:tailEnd type="none" w="med" len="med"/>
              </a:ln>
            </p:spPr>
          </p:cxnSp>
          <p:cxnSp>
            <p:nvCxnSpPr>
              <p:cNvPr id="428" name="Google Shape;428;p8"/>
              <p:cNvCxnSpPr>
                <a:stCxn id="425" idx="0"/>
                <a:endCxn id="403" idx="4"/>
              </p:cNvCxnSpPr>
              <p:nvPr/>
            </p:nvCxnSpPr>
            <p:spPr>
              <a:xfrm flipH="1">
                <a:off x="2095348" y="4428563"/>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429" name="Google Shape;429;p8"/>
              <p:cNvCxnSpPr>
                <a:stCxn id="425" idx="1"/>
                <a:endCxn id="405" idx="5"/>
              </p:cNvCxnSpPr>
              <p:nvPr/>
            </p:nvCxnSpPr>
            <p:spPr>
              <a:xfrm flipH="1">
                <a:off x="1247909" y="4409452"/>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430" name="Google Shape;430;p8"/>
              <p:cNvSpPr/>
              <p:nvPr/>
            </p:nvSpPr>
            <p:spPr>
              <a:xfrm rot="10800000" flipH="1">
                <a:off x="350141" y="3418344"/>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31" name="Google Shape;431;p8"/>
              <p:cNvCxnSpPr>
                <a:stCxn id="404" idx="3"/>
                <a:endCxn id="430" idx="6"/>
              </p:cNvCxnSpPr>
              <p:nvPr/>
            </p:nvCxnSpPr>
            <p:spPr>
              <a:xfrm rot="10800000">
                <a:off x="544572" y="3515424"/>
                <a:ext cx="845400" cy="523200"/>
              </a:xfrm>
              <a:prstGeom prst="straightConnector1">
                <a:avLst/>
              </a:prstGeom>
              <a:noFill/>
              <a:ln w="9525" cap="flat" cmpd="sng">
                <a:solidFill>
                  <a:schemeClr val="dk2"/>
                </a:solidFill>
                <a:prstDash val="solid"/>
                <a:round/>
                <a:headEnd type="none" w="med" len="med"/>
                <a:tailEnd type="none" w="med" len="med"/>
              </a:ln>
            </p:spPr>
          </p:cxnSp>
          <p:cxnSp>
            <p:nvCxnSpPr>
              <p:cNvPr id="432" name="Google Shape;432;p8"/>
              <p:cNvCxnSpPr>
                <a:stCxn id="430" idx="1"/>
                <a:endCxn id="408" idx="4"/>
              </p:cNvCxnSpPr>
              <p:nvPr/>
            </p:nvCxnSpPr>
            <p:spPr>
              <a:xfrm flipH="1">
                <a:off x="313510" y="3584275"/>
                <a:ext cx="65100" cy="1047600"/>
              </a:xfrm>
              <a:prstGeom prst="straightConnector1">
                <a:avLst/>
              </a:prstGeom>
              <a:noFill/>
              <a:ln w="9525" cap="flat" cmpd="sng">
                <a:solidFill>
                  <a:schemeClr val="dk2"/>
                </a:solidFill>
                <a:prstDash val="solid"/>
                <a:round/>
                <a:headEnd type="none" w="med" len="med"/>
                <a:tailEnd type="none" w="med" len="med"/>
              </a:ln>
            </p:spPr>
          </p:cxnSp>
        </p:grpSp>
        <p:grpSp>
          <p:nvGrpSpPr>
            <p:cNvPr id="433" name="Google Shape;433;p8"/>
            <p:cNvGrpSpPr/>
            <p:nvPr/>
          </p:nvGrpSpPr>
          <p:grpSpPr>
            <a:xfrm>
              <a:off x="5071007" y="-1892623"/>
              <a:ext cx="4043564" cy="3673594"/>
              <a:chOff x="5071007" y="-1892623"/>
              <a:chExt cx="4043564" cy="3673594"/>
            </a:xfrm>
          </p:grpSpPr>
          <p:sp>
            <p:nvSpPr>
              <p:cNvPr id="434" name="Google Shape;434;p8"/>
              <p:cNvSpPr/>
              <p:nvPr/>
            </p:nvSpPr>
            <p:spPr>
              <a:xfrm rot="9591490" flipH="1">
                <a:off x="5098516" y="540093"/>
                <a:ext cx="194282" cy="194282"/>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5" name="Google Shape;435;p8"/>
              <p:cNvSpPr/>
              <p:nvPr/>
            </p:nvSpPr>
            <p:spPr>
              <a:xfrm rot="9591490" flipH="1">
                <a:off x="8892779" y="453876"/>
                <a:ext cx="194282" cy="194282"/>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6" name="Google Shape;436;p8"/>
              <p:cNvSpPr/>
              <p:nvPr/>
            </p:nvSpPr>
            <p:spPr>
              <a:xfrm rot="9590696" flipH="1">
                <a:off x="7529429" y="-1352882"/>
                <a:ext cx="401379" cy="401379"/>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7" name="Google Shape;437;p8"/>
              <p:cNvSpPr/>
              <p:nvPr/>
            </p:nvSpPr>
            <p:spPr>
              <a:xfrm rot="9588852" flipH="1">
                <a:off x="7769090" y="-69319"/>
                <a:ext cx="130410" cy="13041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8" name="Google Shape;438;p8"/>
              <p:cNvSpPr/>
              <p:nvPr/>
            </p:nvSpPr>
            <p:spPr>
              <a:xfrm rot="9585450" flipH="1">
                <a:off x="7304847" y="697939"/>
                <a:ext cx="96244" cy="9624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9" name="Google Shape;439;p8"/>
              <p:cNvSpPr/>
              <p:nvPr/>
            </p:nvSpPr>
            <p:spPr>
              <a:xfrm rot="9588852" flipH="1">
                <a:off x="8485536" y="1632066"/>
                <a:ext cx="130410" cy="13041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0" name="Google Shape;440;p8"/>
              <p:cNvSpPr/>
              <p:nvPr/>
            </p:nvSpPr>
            <p:spPr>
              <a:xfrm rot="9588852" flipH="1">
                <a:off x="6653615" y="27813"/>
                <a:ext cx="130410" cy="13041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1" name="Google Shape;441;p8"/>
              <p:cNvSpPr/>
              <p:nvPr/>
            </p:nvSpPr>
            <p:spPr>
              <a:xfrm rot="9585450" flipH="1">
                <a:off x="8871292" y="-605485"/>
                <a:ext cx="96244" cy="9624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42" name="Google Shape;442;p8"/>
              <p:cNvCxnSpPr>
                <a:stCxn id="438" idx="5"/>
                <a:endCxn id="437" idx="1"/>
              </p:cNvCxnSpPr>
              <p:nvPr/>
            </p:nvCxnSpPr>
            <p:spPr>
              <a:xfrm rot="10800000" flipH="1">
                <a:off x="7373121" y="54962"/>
                <a:ext cx="433800" cy="647400"/>
              </a:xfrm>
              <a:prstGeom prst="straightConnector1">
                <a:avLst/>
              </a:prstGeom>
              <a:noFill/>
              <a:ln w="9525" cap="flat" cmpd="sng">
                <a:solidFill>
                  <a:schemeClr val="dk2"/>
                </a:solidFill>
                <a:prstDash val="solid"/>
                <a:round/>
                <a:headEnd type="none" w="med" len="med"/>
                <a:tailEnd type="none" w="med" len="med"/>
              </a:ln>
            </p:spPr>
          </p:cxnSp>
          <p:cxnSp>
            <p:nvCxnSpPr>
              <p:cNvPr id="443" name="Google Shape;443;p8"/>
              <p:cNvCxnSpPr>
                <a:stCxn id="439" idx="4"/>
                <a:endCxn id="437" idx="0"/>
              </p:cNvCxnSpPr>
              <p:nvPr/>
            </p:nvCxnSpPr>
            <p:spPr>
              <a:xfrm rot="10800000">
                <a:off x="7856841" y="57171"/>
                <a:ext cx="671400" cy="1578900"/>
              </a:xfrm>
              <a:prstGeom prst="straightConnector1">
                <a:avLst/>
              </a:prstGeom>
              <a:noFill/>
              <a:ln w="9525" cap="flat" cmpd="sng">
                <a:solidFill>
                  <a:schemeClr val="dk2"/>
                </a:solidFill>
                <a:prstDash val="solid"/>
                <a:round/>
                <a:headEnd type="none" w="med" len="med"/>
                <a:tailEnd type="none" w="med" len="med"/>
              </a:ln>
            </p:spPr>
          </p:cxnSp>
          <p:cxnSp>
            <p:nvCxnSpPr>
              <p:cNvPr id="444" name="Google Shape;444;p8"/>
              <p:cNvCxnSpPr>
                <a:stCxn id="434" idx="6"/>
                <a:endCxn id="438" idx="3"/>
              </p:cNvCxnSpPr>
              <p:nvPr/>
            </p:nvCxnSpPr>
            <p:spPr>
              <a:xfrm>
                <a:off x="5286857" y="603783"/>
                <a:ext cx="2022300" cy="122100"/>
              </a:xfrm>
              <a:prstGeom prst="straightConnector1">
                <a:avLst/>
              </a:prstGeom>
              <a:noFill/>
              <a:ln w="9525" cap="flat" cmpd="sng">
                <a:solidFill>
                  <a:schemeClr val="dk2"/>
                </a:solidFill>
                <a:prstDash val="solid"/>
                <a:round/>
                <a:headEnd type="none" w="med" len="med"/>
                <a:tailEnd type="none" w="med" len="med"/>
              </a:ln>
            </p:spPr>
          </p:cxnSp>
          <p:cxnSp>
            <p:nvCxnSpPr>
              <p:cNvPr id="445" name="Google Shape;445;p8"/>
              <p:cNvCxnSpPr>
                <a:stCxn id="438" idx="7"/>
                <a:endCxn id="439" idx="2"/>
              </p:cNvCxnSpPr>
              <p:nvPr/>
            </p:nvCxnSpPr>
            <p:spPr>
              <a:xfrm>
                <a:off x="7396668" y="766214"/>
                <a:ext cx="1092900" cy="953700"/>
              </a:xfrm>
              <a:prstGeom prst="straightConnector1">
                <a:avLst/>
              </a:prstGeom>
              <a:noFill/>
              <a:ln w="9525" cap="flat" cmpd="sng">
                <a:solidFill>
                  <a:schemeClr val="dk2"/>
                </a:solidFill>
                <a:prstDash val="solid"/>
                <a:round/>
                <a:headEnd type="none" w="med" len="med"/>
                <a:tailEnd type="none" w="med" len="med"/>
              </a:ln>
            </p:spPr>
          </p:cxnSp>
          <p:cxnSp>
            <p:nvCxnSpPr>
              <p:cNvPr id="446" name="Google Shape;446;p8"/>
              <p:cNvCxnSpPr>
                <a:stCxn id="439" idx="6"/>
                <a:endCxn id="435" idx="1"/>
              </p:cNvCxnSpPr>
              <p:nvPr/>
            </p:nvCxnSpPr>
            <p:spPr>
              <a:xfrm rot="10800000" flipH="1">
                <a:off x="8611941" y="639171"/>
                <a:ext cx="337200" cy="1035600"/>
              </a:xfrm>
              <a:prstGeom prst="straightConnector1">
                <a:avLst/>
              </a:prstGeom>
              <a:noFill/>
              <a:ln w="9525" cap="flat" cmpd="sng">
                <a:solidFill>
                  <a:schemeClr val="dk2"/>
                </a:solidFill>
                <a:prstDash val="solid"/>
                <a:round/>
                <a:headEnd type="none" w="med" len="med"/>
                <a:tailEnd type="none" w="med" len="med"/>
              </a:ln>
            </p:spPr>
          </p:cxnSp>
          <p:cxnSp>
            <p:nvCxnSpPr>
              <p:cNvPr id="447" name="Google Shape;447;p8"/>
              <p:cNvCxnSpPr>
                <a:stCxn id="437" idx="7"/>
                <a:endCxn id="435" idx="3"/>
              </p:cNvCxnSpPr>
              <p:nvPr/>
            </p:nvCxnSpPr>
            <p:spPr>
              <a:xfrm>
                <a:off x="7893480" y="23251"/>
                <a:ext cx="1008300" cy="486900"/>
              </a:xfrm>
              <a:prstGeom prst="straightConnector1">
                <a:avLst/>
              </a:prstGeom>
              <a:noFill/>
              <a:ln w="9525" cap="flat" cmpd="sng">
                <a:solidFill>
                  <a:schemeClr val="dk2"/>
                </a:solidFill>
                <a:prstDash val="solid"/>
                <a:round/>
                <a:headEnd type="none" w="med" len="med"/>
                <a:tailEnd type="none" w="med" len="med"/>
              </a:ln>
            </p:spPr>
          </p:cxnSp>
          <p:cxnSp>
            <p:nvCxnSpPr>
              <p:cNvPr id="448" name="Google Shape;448;p8"/>
              <p:cNvCxnSpPr>
                <a:stCxn id="434" idx="6"/>
                <a:endCxn id="440" idx="1"/>
              </p:cNvCxnSpPr>
              <p:nvPr/>
            </p:nvCxnSpPr>
            <p:spPr>
              <a:xfrm rot="10800000" flipH="1">
                <a:off x="5286857" y="152283"/>
                <a:ext cx="1404600" cy="451500"/>
              </a:xfrm>
              <a:prstGeom prst="straightConnector1">
                <a:avLst/>
              </a:prstGeom>
              <a:noFill/>
              <a:ln w="9525" cap="flat" cmpd="sng">
                <a:solidFill>
                  <a:schemeClr val="dk2"/>
                </a:solidFill>
                <a:prstDash val="solid"/>
                <a:round/>
                <a:headEnd type="none" w="med" len="med"/>
                <a:tailEnd type="none" w="med" len="med"/>
              </a:ln>
            </p:spPr>
          </p:cxnSp>
          <p:cxnSp>
            <p:nvCxnSpPr>
              <p:cNvPr id="449" name="Google Shape;449;p8"/>
              <p:cNvCxnSpPr>
                <a:stCxn id="440" idx="7"/>
                <a:endCxn id="437" idx="2"/>
              </p:cNvCxnSpPr>
              <p:nvPr/>
            </p:nvCxnSpPr>
            <p:spPr>
              <a:xfrm rot="10800000" flipH="1">
                <a:off x="6778004" y="18383"/>
                <a:ext cx="995100" cy="102000"/>
              </a:xfrm>
              <a:prstGeom prst="straightConnector1">
                <a:avLst/>
              </a:prstGeom>
              <a:noFill/>
              <a:ln w="9525" cap="flat" cmpd="sng">
                <a:solidFill>
                  <a:schemeClr val="dk2"/>
                </a:solidFill>
                <a:prstDash val="solid"/>
                <a:round/>
                <a:headEnd type="none" w="med" len="med"/>
                <a:tailEnd type="none" w="med" len="med"/>
              </a:ln>
            </p:spPr>
          </p:cxnSp>
          <p:cxnSp>
            <p:nvCxnSpPr>
              <p:cNvPr id="450" name="Google Shape;450;p8"/>
              <p:cNvCxnSpPr>
                <a:stCxn id="440" idx="5"/>
                <a:endCxn id="436" idx="2"/>
              </p:cNvCxnSpPr>
              <p:nvPr/>
            </p:nvCxnSpPr>
            <p:spPr>
              <a:xfrm rot="10800000" flipH="1">
                <a:off x="6746185" y="-1083067"/>
                <a:ext cx="795600" cy="1116900"/>
              </a:xfrm>
              <a:prstGeom prst="straightConnector1">
                <a:avLst/>
              </a:prstGeom>
              <a:noFill/>
              <a:ln w="9525" cap="flat" cmpd="sng">
                <a:solidFill>
                  <a:schemeClr val="dk2"/>
                </a:solidFill>
                <a:prstDash val="solid"/>
                <a:round/>
                <a:headEnd type="none" w="med" len="med"/>
                <a:tailEnd type="none" w="med" len="med"/>
              </a:ln>
            </p:spPr>
          </p:cxnSp>
          <p:cxnSp>
            <p:nvCxnSpPr>
              <p:cNvPr id="451" name="Google Shape;451;p8"/>
              <p:cNvCxnSpPr>
                <a:stCxn id="436" idx="0"/>
                <a:endCxn id="437" idx="5"/>
              </p:cNvCxnSpPr>
              <p:nvPr/>
            </p:nvCxnSpPr>
            <p:spPr>
              <a:xfrm>
                <a:off x="7799269" y="-963792"/>
                <a:ext cx="62400" cy="900600"/>
              </a:xfrm>
              <a:prstGeom prst="straightConnector1">
                <a:avLst/>
              </a:prstGeom>
              <a:noFill/>
              <a:ln w="9525" cap="flat" cmpd="sng">
                <a:solidFill>
                  <a:schemeClr val="dk2"/>
                </a:solidFill>
                <a:prstDash val="solid"/>
                <a:round/>
                <a:headEnd type="none" w="med" len="med"/>
                <a:tailEnd type="none" w="med" len="med"/>
              </a:ln>
            </p:spPr>
          </p:cxnSp>
          <p:cxnSp>
            <p:nvCxnSpPr>
              <p:cNvPr id="452" name="Google Shape;452;p8"/>
              <p:cNvCxnSpPr>
                <a:stCxn id="436" idx="7"/>
                <a:endCxn id="441" idx="3"/>
              </p:cNvCxnSpPr>
              <p:nvPr/>
            </p:nvCxnSpPr>
            <p:spPr>
              <a:xfrm>
                <a:off x="7912234" y="-1067870"/>
                <a:ext cx="963600" cy="490500"/>
              </a:xfrm>
              <a:prstGeom prst="straightConnector1">
                <a:avLst/>
              </a:prstGeom>
              <a:noFill/>
              <a:ln w="9525" cap="flat" cmpd="sng">
                <a:solidFill>
                  <a:schemeClr val="dk2"/>
                </a:solidFill>
                <a:prstDash val="solid"/>
                <a:round/>
                <a:headEnd type="none" w="med" len="med"/>
                <a:tailEnd type="none" w="med" len="med"/>
              </a:ln>
            </p:spPr>
          </p:cxnSp>
          <p:cxnSp>
            <p:nvCxnSpPr>
              <p:cNvPr id="453" name="Google Shape;453;p8"/>
              <p:cNvCxnSpPr>
                <a:stCxn id="437" idx="6"/>
                <a:endCxn id="441" idx="2"/>
              </p:cNvCxnSpPr>
              <p:nvPr/>
            </p:nvCxnSpPr>
            <p:spPr>
              <a:xfrm rot="10800000" flipH="1">
                <a:off x="7895495" y="-540814"/>
                <a:ext cx="978900" cy="514200"/>
              </a:xfrm>
              <a:prstGeom prst="straightConnector1">
                <a:avLst/>
              </a:prstGeom>
              <a:noFill/>
              <a:ln w="9525" cap="flat" cmpd="sng">
                <a:solidFill>
                  <a:schemeClr val="dk2"/>
                </a:solidFill>
                <a:prstDash val="solid"/>
                <a:round/>
                <a:headEnd type="none" w="med" len="med"/>
                <a:tailEnd type="none" w="med" len="med"/>
              </a:ln>
            </p:spPr>
          </p:cxnSp>
          <p:cxnSp>
            <p:nvCxnSpPr>
              <p:cNvPr id="454" name="Google Shape;454;p8"/>
              <p:cNvCxnSpPr>
                <a:stCxn id="441" idx="0"/>
                <a:endCxn id="435" idx="5"/>
              </p:cNvCxnSpPr>
              <p:nvPr/>
            </p:nvCxnSpPr>
            <p:spPr>
              <a:xfrm>
                <a:off x="8936064" y="-512213"/>
                <a:ext cx="94800" cy="975000"/>
              </a:xfrm>
              <a:prstGeom prst="straightConnector1">
                <a:avLst/>
              </a:prstGeom>
              <a:noFill/>
              <a:ln w="9525" cap="flat" cmpd="sng">
                <a:solidFill>
                  <a:schemeClr val="dk2"/>
                </a:solidFill>
                <a:prstDash val="solid"/>
                <a:round/>
                <a:headEnd type="none" w="med" len="med"/>
                <a:tailEnd type="none" w="med" len="med"/>
              </a:ln>
            </p:spPr>
          </p:cxnSp>
          <p:cxnSp>
            <p:nvCxnSpPr>
              <p:cNvPr id="455" name="Google Shape;455;p8"/>
              <p:cNvCxnSpPr>
                <a:stCxn id="439" idx="5"/>
                <a:endCxn id="441" idx="1"/>
              </p:cNvCxnSpPr>
              <p:nvPr/>
            </p:nvCxnSpPr>
            <p:spPr>
              <a:xfrm rot="10800000" flipH="1">
                <a:off x="8578106" y="-513814"/>
                <a:ext cx="321300" cy="2151900"/>
              </a:xfrm>
              <a:prstGeom prst="straightConnector1">
                <a:avLst/>
              </a:prstGeom>
              <a:noFill/>
              <a:ln w="9525" cap="flat" cmpd="sng">
                <a:solidFill>
                  <a:schemeClr val="dk2"/>
                </a:solidFill>
                <a:prstDash val="solid"/>
                <a:round/>
                <a:headEnd type="none" w="med" len="med"/>
                <a:tailEnd type="none" w="med" len="med"/>
              </a:ln>
            </p:spPr>
          </p:cxnSp>
          <p:cxnSp>
            <p:nvCxnSpPr>
              <p:cNvPr id="456" name="Google Shape;456;p8"/>
              <p:cNvCxnSpPr>
                <a:stCxn id="438" idx="6"/>
                <a:endCxn id="441" idx="1"/>
              </p:cNvCxnSpPr>
              <p:nvPr/>
            </p:nvCxnSpPr>
            <p:spPr>
              <a:xfrm rot="10800000" flipH="1">
                <a:off x="7398119" y="-513788"/>
                <a:ext cx="1501200" cy="1243200"/>
              </a:xfrm>
              <a:prstGeom prst="straightConnector1">
                <a:avLst/>
              </a:prstGeom>
              <a:noFill/>
              <a:ln w="9525" cap="flat" cmpd="sng">
                <a:solidFill>
                  <a:schemeClr val="dk2"/>
                </a:solidFill>
                <a:prstDash val="solid"/>
                <a:round/>
                <a:headEnd type="none" w="med" len="med"/>
                <a:tailEnd type="none" w="med" len="med"/>
              </a:ln>
            </p:spPr>
          </p:cxnSp>
          <p:cxnSp>
            <p:nvCxnSpPr>
              <p:cNvPr id="457" name="Google Shape;457;p8"/>
              <p:cNvCxnSpPr>
                <a:stCxn id="438" idx="4"/>
                <a:endCxn id="436" idx="1"/>
              </p:cNvCxnSpPr>
              <p:nvPr/>
            </p:nvCxnSpPr>
            <p:spPr>
              <a:xfrm rot="10800000" flipH="1">
                <a:off x="7336319" y="-970088"/>
                <a:ext cx="309600" cy="1671000"/>
              </a:xfrm>
              <a:prstGeom prst="straightConnector1">
                <a:avLst/>
              </a:prstGeom>
              <a:noFill/>
              <a:ln w="9525" cap="flat" cmpd="sng">
                <a:solidFill>
                  <a:schemeClr val="dk2"/>
                </a:solidFill>
                <a:prstDash val="solid"/>
                <a:round/>
                <a:headEnd type="none" w="med" len="med"/>
                <a:tailEnd type="none" w="med" len="med"/>
              </a:ln>
            </p:spPr>
          </p:cxnSp>
          <p:cxnSp>
            <p:nvCxnSpPr>
              <p:cNvPr id="458" name="Google Shape;458;p8"/>
              <p:cNvCxnSpPr>
                <a:stCxn id="435" idx="4"/>
                <a:endCxn id="436" idx="7"/>
              </p:cNvCxnSpPr>
              <p:nvPr/>
            </p:nvCxnSpPr>
            <p:spPr>
              <a:xfrm rot="10800000">
                <a:off x="7912170" y="-1067784"/>
                <a:ext cx="1044300" cy="1527600"/>
              </a:xfrm>
              <a:prstGeom prst="straightConnector1">
                <a:avLst/>
              </a:prstGeom>
              <a:noFill/>
              <a:ln w="9525" cap="flat" cmpd="sng">
                <a:solidFill>
                  <a:schemeClr val="dk2"/>
                </a:solidFill>
                <a:prstDash val="solid"/>
                <a:round/>
                <a:headEnd type="none" w="med" len="med"/>
                <a:tailEnd type="none" w="med" len="med"/>
              </a:ln>
            </p:spPr>
          </p:cxnSp>
          <p:cxnSp>
            <p:nvCxnSpPr>
              <p:cNvPr id="459" name="Google Shape;459;p8"/>
              <p:cNvCxnSpPr>
                <a:stCxn id="434" idx="6"/>
                <a:endCxn id="436" idx="1"/>
              </p:cNvCxnSpPr>
              <p:nvPr/>
            </p:nvCxnSpPr>
            <p:spPr>
              <a:xfrm rot="10800000" flipH="1">
                <a:off x="5286857" y="-970017"/>
                <a:ext cx="2358900" cy="1573800"/>
              </a:xfrm>
              <a:prstGeom prst="straightConnector1">
                <a:avLst/>
              </a:prstGeom>
              <a:noFill/>
              <a:ln w="9525" cap="flat" cmpd="sng">
                <a:solidFill>
                  <a:schemeClr val="dk2"/>
                </a:solidFill>
                <a:prstDash val="solid"/>
                <a:round/>
                <a:headEnd type="none" w="med" len="med"/>
                <a:tailEnd type="none" w="med" len="med"/>
              </a:ln>
            </p:spPr>
          </p:cxnSp>
          <p:sp>
            <p:nvSpPr>
              <p:cNvPr id="460" name="Google Shape;460;p8"/>
              <p:cNvSpPr/>
              <p:nvPr/>
            </p:nvSpPr>
            <p:spPr>
              <a:xfrm rot="9588852" flipH="1">
                <a:off x="8325123" y="-1874128"/>
                <a:ext cx="130410" cy="13041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61" name="Google Shape;461;p8"/>
              <p:cNvCxnSpPr>
                <a:stCxn id="441" idx="4"/>
                <a:endCxn id="460" idx="7"/>
              </p:cNvCxnSpPr>
              <p:nvPr/>
            </p:nvCxnSpPr>
            <p:spPr>
              <a:xfrm rot="10800000">
                <a:off x="8449464" y="-1781513"/>
                <a:ext cx="453300" cy="1179000"/>
              </a:xfrm>
              <a:prstGeom prst="straightConnector1">
                <a:avLst/>
              </a:prstGeom>
              <a:noFill/>
              <a:ln w="9525" cap="flat" cmpd="sng">
                <a:solidFill>
                  <a:schemeClr val="dk2"/>
                </a:solidFill>
                <a:prstDash val="solid"/>
                <a:round/>
                <a:headEnd type="none" w="med" len="med"/>
                <a:tailEnd type="none" w="med" len="med"/>
              </a:ln>
            </p:spPr>
          </p:cxnSp>
          <p:cxnSp>
            <p:nvCxnSpPr>
              <p:cNvPr id="462" name="Google Shape;462;p8"/>
              <p:cNvCxnSpPr>
                <a:stCxn id="460" idx="2"/>
                <a:endCxn id="436" idx="5"/>
              </p:cNvCxnSpPr>
              <p:nvPr/>
            </p:nvCxnSpPr>
            <p:spPr>
              <a:xfrm flipH="1">
                <a:off x="7814328" y="-1786423"/>
                <a:ext cx="514800" cy="452100"/>
              </a:xfrm>
              <a:prstGeom prst="straightConnector1">
                <a:avLst/>
              </a:prstGeom>
              <a:noFill/>
              <a:ln w="9525" cap="flat" cmpd="sng">
                <a:solidFill>
                  <a:schemeClr val="dk2"/>
                </a:solidFill>
                <a:prstDash val="solid"/>
                <a:round/>
                <a:headEnd type="none" w="med" len="med"/>
                <a:tailEnd type="none" w="med" len="med"/>
              </a:ln>
            </p:spPr>
          </p:cxnSp>
          <p:cxnSp>
            <p:nvCxnSpPr>
              <p:cNvPr id="463" name="Google Shape;463;p8"/>
              <p:cNvCxnSpPr>
                <a:stCxn id="460" idx="0"/>
                <a:endCxn id="435" idx="4"/>
              </p:cNvCxnSpPr>
              <p:nvPr/>
            </p:nvCxnSpPr>
            <p:spPr>
              <a:xfrm>
                <a:off x="8412828" y="-1747723"/>
                <a:ext cx="543600" cy="2207400"/>
              </a:xfrm>
              <a:prstGeom prst="straightConnector1">
                <a:avLst/>
              </a:prstGeom>
              <a:noFill/>
              <a:ln w="9525" cap="flat" cmpd="sng">
                <a:solidFill>
                  <a:schemeClr val="dk2"/>
                </a:solidFill>
                <a:prstDash val="solid"/>
                <a:round/>
                <a:headEnd type="none" w="med" len="med"/>
                <a:tailEnd type="none" w="med" len="med"/>
              </a:ln>
            </p:spPr>
          </p:cxnSp>
          <p:cxnSp>
            <p:nvCxnSpPr>
              <p:cNvPr id="464" name="Google Shape;464;p8"/>
              <p:cNvCxnSpPr>
                <a:stCxn id="460" idx="1"/>
                <a:endCxn id="437" idx="5"/>
              </p:cNvCxnSpPr>
              <p:nvPr/>
            </p:nvCxnSpPr>
            <p:spPr>
              <a:xfrm flipH="1">
                <a:off x="7861663" y="-1749738"/>
                <a:ext cx="501300" cy="1686300"/>
              </a:xfrm>
              <a:prstGeom prst="straightConnector1">
                <a:avLst/>
              </a:prstGeom>
              <a:noFill/>
              <a:ln w="9525" cap="flat" cmpd="sng">
                <a:solidFill>
                  <a:schemeClr val="dk2"/>
                </a:solidFill>
                <a:prstDash val="solid"/>
                <a:round/>
                <a:headEnd type="none" w="med" len="med"/>
                <a:tailEnd type="none" w="med" len="med"/>
              </a:ln>
            </p:spPr>
          </p:cxnSp>
          <p:sp>
            <p:nvSpPr>
              <p:cNvPr id="465" name="Google Shape;465;p8"/>
              <p:cNvSpPr/>
              <p:nvPr/>
            </p:nvSpPr>
            <p:spPr>
              <a:xfrm rot="9591490" flipH="1">
                <a:off x="7189341" y="-1500669"/>
                <a:ext cx="194282" cy="194282"/>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66" name="Google Shape;466;p8"/>
              <p:cNvCxnSpPr>
                <a:stCxn id="460" idx="2"/>
                <a:endCxn id="465" idx="6"/>
              </p:cNvCxnSpPr>
              <p:nvPr/>
            </p:nvCxnSpPr>
            <p:spPr>
              <a:xfrm flipH="1">
                <a:off x="7377828" y="-1786423"/>
                <a:ext cx="951300" cy="349500"/>
              </a:xfrm>
              <a:prstGeom prst="straightConnector1">
                <a:avLst/>
              </a:prstGeom>
              <a:noFill/>
              <a:ln w="9525" cap="flat" cmpd="sng">
                <a:solidFill>
                  <a:schemeClr val="dk2"/>
                </a:solidFill>
                <a:prstDash val="solid"/>
                <a:round/>
                <a:headEnd type="none" w="med" len="med"/>
                <a:tailEnd type="none" w="med" len="med"/>
              </a:ln>
            </p:spPr>
          </p:cxnSp>
          <p:cxnSp>
            <p:nvCxnSpPr>
              <p:cNvPr id="467" name="Google Shape;467;p8"/>
              <p:cNvCxnSpPr>
                <a:stCxn id="465" idx="1"/>
                <a:endCxn id="440" idx="5"/>
              </p:cNvCxnSpPr>
              <p:nvPr/>
            </p:nvCxnSpPr>
            <p:spPr>
              <a:xfrm flipH="1">
                <a:off x="6746147" y="-1315387"/>
                <a:ext cx="499500" cy="1349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8"/>
        <p:cNvGrpSpPr/>
        <p:nvPr/>
      </p:nvGrpSpPr>
      <p:grpSpPr>
        <a:xfrm>
          <a:off x="0" y="0"/>
          <a:ext cx="0" cy="0"/>
          <a:chOff x="0" y="0"/>
          <a:chExt cx="0" cy="0"/>
        </a:xfrm>
      </p:grpSpPr>
      <p:sp>
        <p:nvSpPr>
          <p:cNvPr id="469" name="Google Shape;469;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0" name="Google Shape;470;p9"/>
          <p:cNvSpPr txBox="1">
            <a:spLocks noGrp="1"/>
          </p:cNvSpPr>
          <p:nvPr>
            <p:ph type="subTitle" idx="1"/>
          </p:nvPr>
        </p:nvSpPr>
        <p:spPr>
          <a:xfrm>
            <a:off x="4731475"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1" name="Google Shape;471;p9"/>
          <p:cNvSpPr txBox="1">
            <a:spLocks noGrp="1"/>
          </p:cNvSpPr>
          <p:nvPr>
            <p:ph type="subTitle" idx="2"/>
          </p:nvPr>
        </p:nvSpPr>
        <p:spPr>
          <a:xfrm>
            <a:off x="720000"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72" name="Google Shape;472;p9"/>
          <p:cNvGrpSpPr/>
          <p:nvPr/>
        </p:nvGrpSpPr>
        <p:grpSpPr>
          <a:xfrm>
            <a:off x="190301" y="174004"/>
            <a:ext cx="8808974" cy="4007621"/>
            <a:chOff x="190301" y="174004"/>
            <a:chExt cx="8808974" cy="4007621"/>
          </a:xfrm>
        </p:grpSpPr>
        <p:grpSp>
          <p:nvGrpSpPr>
            <p:cNvPr id="473" name="Google Shape;473;p9"/>
            <p:cNvGrpSpPr/>
            <p:nvPr/>
          </p:nvGrpSpPr>
          <p:grpSpPr>
            <a:xfrm rot="10800000">
              <a:off x="190301" y="3858950"/>
              <a:ext cx="298275" cy="322675"/>
              <a:chOff x="8667225" y="681525"/>
              <a:chExt cx="298275" cy="322675"/>
            </a:xfrm>
          </p:grpSpPr>
          <p:sp>
            <p:nvSpPr>
              <p:cNvPr id="474" name="Google Shape;474;p9"/>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5" name="Google Shape;475;p9"/>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6" name="Google Shape;476;p9"/>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477" name="Google Shape;477;p9"/>
            <p:cNvGrpSpPr/>
            <p:nvPr/>
          </p:nvGrpSpPr>
          <p:grpSpPr>
            <a:xfrm rot="-5139163">
              <a:off x="8591694" y="201328"/>
              <a:ext cx="406266" cy="379191"/>
              <a:chOff x="140150" y="4657175"/>
              <a:chExt cx="406275" cy="379200"/>
            </a:xfrm>
          </p:grpSpPr>
          <p:sp>
            <p:nvSpPr>
              <p:cNvPr id="478" name="Google Shape;478;p9"/>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9" name="Google Shape;479;p9"/>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0" name="Google Shape;480;p9"/>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1" name="Google Shape;481;p9"/>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482" name="Google Shape;482;p9"/>
          <p:cNvGrpSpPr/>
          <p:nvPr/>
        </p:nvGrpSpPr>
        <p:grpSpPr>
          <a:xfrm>
            <a:off x="115024" y="-2374836"/>
            <a:ext cx="8971639" cy="9741507"/>
            <a:chOff x="115024" y="-2374836"/>
            <a:chExt cx="8971639" cy="9741507"/>
          </a:xfrm>
        </p:grpSpPr>
        <p:grpSp>
          <p:nvGrpSpPr>
            <p:cNvPr id="483" name="Google Shape;483;p9"/>
            <p:cNvGrpSpPr/>
            <p:nvPr/>
          </p:nvGrpSpPr>
          <p:grpSpPr>
            <a:xfrm flipH="1">
              <a:off x="115024" y="-2374836"/>
              <a:ext cx="3687215" cy="3485542"/>
              <a:chOff x="5337386" y="-2374836"/>
              <a:chExt cx="3687215" cy="3485542"/>
            </a:xfrm>
          </p:grpSpPr>
          <p:sp>
            <p:nvSpPr>
              <p:cNvPr id="484" name="Google Shape;484;p9"/>
              <p:cNvSpPr/>
              <p:nvPr/>
            </p:nvSpPr>
            <p:spPr>
              <a:xfrm rot="9698973">
                <a:off x="8256504" y="-2357857"/>
                <a:ext cx="128642" cy="128642"/>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5" name="Google Shape;485;p9"/>
              <p:cNvSpPr/>
              <p:nvPr/>
            </p:nvSpPr>
            <p:spPr>
              <a:xfrm rot="9699868">
                <a:off x="6325487" y="-94127"/>
                <a:ext cx="164028" cy="1640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6" name="Google Shape;486;p9"/>
              <p:cNvSpPr/>
              <p:nvPr/>
            </p:nvSpPr>
            <p:spPr>
              <a:xfrm rot="9695130">
                <a:off x="7230532" y="-1291785"/>
                <a:ext cx="265916" cy="265916"/>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7" name="Google Shape;487;p9"/>
              <p:cNvSpPr/>
              <p:nvPr/>
            </p:nvSpPr>
            <p:spPr>
              <a:xfrm rot="9708981">
                <a:off x="8013809" y="-151576"/>
                <a:ext cx="86521" cy="86521"/>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8" name="Google Shape;488;p9"/>
              <p:cNvSpPr/>
              <p:nvPr/>
            </p:nvSpPr>
            <p:spPr>
              <a:xfrm rot="9699377">
                <a:off x="8889724" y="131264"/>
                <a:ext cx="119155" cy="11915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9" name="Google Shape;489;p9"/>
              <p:cNvSpPr/>
              <p:nvPr/>
            </p:nvSpPr>
            <p:spPr>
              <a:xfrm rot="-9307649">
                <a:off x="7169475" y="191656"/>
                <a:ext cx="86305" cy="8630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0" name="Google Shape;490;p9"/>
              <p:cNvSpPr/>
              <p:nvPr/>
            </p:nvSpPr>
            <p:spPr>
              <a:xfrm rot="9708981">
                <a:off x="7609568" y="-1824766"/>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1" name="Google Shape;491;p9"/>
              <p:cNvSpPr/>
              <p:nvPr/>
            </p:nvSpPr>
            <p:spPr>
              <a:xfrm rot="9698900">
                <a:off x="5354617" y="277974"/>
                <a:ext cx="130539" cy="1305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92" name="Google Shape;492;p9"/>
              <p:cNvCxnSpPr>
                <a:stCxn id="488" idx="5"/>
                <a:endCxn id="487" idx="1"/>
              </p:cNvCxnSpPr>
              <p:nvPr/>
            </p:nvCxnSpPr>
            <p:spPr>
              <a:xfrm rot="10800000">
                <a:off x="8095656" y="-88788"/>
                <a:ext cx="800400" cy="252900"/>
              </a:xfrm>
              <a:prstGeom prst="straightConnector1">
                <a:avLst/>
              </a:prstGeom>
              <a:noFill/>
              <a:ln w="9525" cap="flat" cmpd="sng">
                <a:solidFill>
                  <a:schemeClr val="dk2"/>
                </a:solidFill>
                <a:prstDash val="solid"/>
                <a:round/>
                <a:headEnd type="none" w="med" len="med"/>
                <a:tailEnd type="none" w="med" len="med"/>
              </a:ln>
            </p:spPr>
          </p:cxnSp>
          <p:cxnSp>
            <p:nvCxnSpPr>
              <p:cNvPr id="493" name="Google Shape;493;p9"/>
              <p:cNvCxnSpPr>
                <a:stCxn id="489" idx="4"/>
                <a:endCxn id="487" idx="6"/>
              </p:cNvCxnSpPr>
              <p:nvPr/>
            </p:nvCxnSpPr>
            <p:spPr>
              <a:xfrm rot="10800000" flipH="1">
                <a:off x="7230777" y="-94742"/>
                <a:ext cx="785100" cy="290400"/>
              </a:xfrm>
              <a:prstGeom prst="straightConnector1">
                <a:avLst/>
              </a:prstGeom>
              <a:noFill/>
              <a:ln w="9525" cap="flat" cmpd="sng">
                <a:solidFill>
                  <a:schemeClr val="dk2"/>
                </a:solidFill>
                <a:prstDash val="solid"/>
                <a:round/>
                <a:headEnd type="none" w="med" len="med"/>
                <a:tailEnd type="none" w="med" len="med"/>
              </a:ln>
            </p:spPr>
          </p:cxnSp>
          <p:cxnSp>
            <p:nvCxnSpPr>
              <p:cNvPr id="494" name="Google Shape;494;p9"/>
              <p:cNvCxnSpPr>
                <a:stCxn id="484" idx="0"/>
                <a:endCxn id="488" idx="4"/>
              </p:cNvCxnSpPr>
              <p:nvPr/>
            </p:nvCxnSpPr>
            <p:spPr>
              <a:xfrm>
                <a:off x="8341075" y="-2232486"/>
                <a:ext cx="589500" cy="2366700"/>
              </a:xfrm>
              <a:prstGeom prst="straightConnector1">
                <a:avLst/>
              </a:prstGeom>
              <a:noFill/>
              <a:ln w="9525" cap="flat" cmpd="sng">
                <a:solidFill>
                  <a:schemeClr val="dk2"/>
                </a:solidFill>
                <a:prstDash val="solid"/>
                <a:round/>
                <a:headEnd type="none" w="med" len="med"/>
                <a:tailEnd type="none" w="med" len="med"/>
              </a:ln>
            </p:spPr>
          </p:cxnSp>
          <p:cxnSp>
            <p:nvCxnSpPr>
              <p:cNvPr id="495" name="Google Shape;495;p9"/>
              <p:cNvCxnSpPr>
                <a:stCxn id="488" idx="6"/>
                <a:endCxn id="489" idx="2"/>
              </p:cNvCxnSpPr>
              <p:nvPr/>
            </p:nvCxnSpPr>
            <p:spPr>
              <a:xfrm flipH="1">
                <a:off x="7251752" y="209591"/>
                <a:ext cx="1641000" cy="43500"/>
              </a:xfrm>
              <a:prstGeom prst="straightConnector1">
                <a:avLst/>
              </a:prstGeom>
              <a:noFill/>
              <a:ln w="9525" cap="flat" cmpd="sng">
                <a:solidFill>
                  <a:schemeClr val="dk2"/>
                </a:solidFill>
                <a:prstDash val="solid"/>
                <a:round/>
                <a:headEnd type="none" w="med" len="med"/>
                <a:tailEnd type="none" w="med" len="med"/>
              </a:ln>
            </p:spPr>
          </p:cxnSp>
          <p:cxnSp>
            <p:nvCxnSpPr>
              <p:cNvPr id="496" name="Google Shape;496;p9"/>
              <p:cNvCxnSpPr>
                <a:stCxn id="489" idx="6"/>
                <a:endCxn id="485" idx="1"/>
              </p:cNvCxnSpPr>
              <p:nvPr/>
            </p:nvCxnSpPr>
            <p:spPr>
              <a:xfrm rot="10800000">
                <a:off x="6480777" y="24658"/>
                <a:ext cx="692700" cy="192000"/>
              </a:xfrm>
              <a:prstGeom prst="straightConnector1">
                <a:avLst/>
              </a:prstGeom>
              <a:noFill/>
              <a:ln w="9525" cap="flat" cmpd="sng">
                <a:solidFill>
                  <a:schemeClr val="dk2"/>
                </a:solidFill>
                <a:prstDash val="solid"/>
                <a:round/>
                <a:headEnd type="none" w="med" len="med"/>
                <a:tailEnd type="none" w="med" len="med"/>
              </a:ln>
            </p:spPr>
          </p:cxnSp>
          <p:cxnSp>
            <p:nvCxnSpPr>
              <p:cNvPr id="497" name="Google Shape;497;p9"/>
              <p:cNvCxnSpPr>
                <a:stCxn id="487" idx="6"/>
                <a:endCxn id="485" idx="1"/>
              </p:cNvCxnSpPr>
              <p:nvPr/>
            </p:nvCxnSpPr>
            <p:spPr>
              <a:xfrm flipH="1">
                <a:off x="6480870" y="-94816"/>
                <a:ext cx="1535100" cy="119400"/>
              </a:xfrm>
              <a:prstGeom prst="straightConnector1">
                <a:avLst/>
              </a:prstGeom>
              <a:noFill/>
              <a:ln w="9525" cap="flat" cmpd="sng">
                <a:solidFill>
                  <a:schemeClr val="dk2"/>
                </a:solidFill>
                <a:prstDash val="solid"/>
                <a:round/>
                <a:headEnd type="none" w="med" len="med"/>
                <a:tailEnd type="none" w="med" len="med"/>
              </a:ln>
            </p:spPr>
          </p:cxnSp>
          <p:cxnSp>
            <p:nvCxnSpPr>
              <p:cNvPr id="498" name="Google Shape;498;p9"/>
              <p:cNvCxnSpPr>
                <a:stCxn id="484" idx="6"/>
                <a:endCxn id="490" idx="3"/>
              </p:cNvCxnSpPr>
              <p:nvPr/>
            </p:nvCxnSpPr>
            <p:spPr>
              <a:xfrm flipH="1">
                <a:off x="7672375" y="-2273286"/>
                <a:ext cx="587400" cy="453300"/>
              </a:xfrm>
              <a:prstGeom prst="straightConnector1">
                <a:avLst/>
              </a:prstGeom>
              <a:noFill/>
              <a:ln w="9525" cap="flat" cmpd="sng">
                <a:solidFill>
                  <a:schemeClr val="dk2"/>
                </a:solidFill>
                <a:prstDash val="solid"/>
                <a:round/>
                <a:headEnd type="none" w="med" len="med"/>
                <a:tailEnd type="none" w="med" len="med"/>
              </a:ln>
            </p:spPr>
          </p:cxnSp>
          <p:cxnSp>
            <p:nvCxnSpPr>
              <p:cNvPr id="499" name="Google Shape;499;p9"/>
              <p:cNvCxnSpPr>
                <a:stCxn id="484" idx="7"/>
                <a:endCxn id="487" idx="4"/>
              </p:cNvCxnSpPr>
              <p:nvPr/>
            </p:nvCxnSpPr>
            <p:spPr>
              <a:xfrm flipH="1">
                <a:off x="8043575" y="-2236048"/>
                <a:ext cx="248400" cy="2086500"/>
              </a:xfrm>
              <a:prstGeom prst="straightConnector1">
                <a:avLst/>
              </a:prstGeom>
              <a:noFill/>
              <a:ln w="9525" cap="flat" cmpd="sng">
                <a:solidFill>
                  <a:schemeClr val="dk2"/>
                </a:solidFill>
                <a:prstDash val="solid"/>
                <a:round/>
                <a:headEnd type="none" w="med" len="med"/>
                <a:tailEnd type="none" w="med" len="med"/>
              </a:ln>
            </p:spPr>
          </p:cxnSp>
          <p:cxnSp>
            <p:nvCxnSpPr>
              <p:cNvPr id="500" name="Google Shape;500;p9"/>
              <p:cNvCxnSpPr>
                <a:stCxn id="490" idx="7"/>
                <a:endCxn id="486" idx="3"/>
              </p:cNvCxnSpPr>
              <p:nvPr/>
            </p:nvCxnSpPr>
            <p:spPr>
              <a:xfrm flipH="1">
                <a:off x="7423012" y="-1742897"/>
                <a:ext cx="210300" cy="465300"/>
              </a:xfrm>
              <a:prstGeom prst="straightConnector1">
                <a:avLst/>
              </a:prstGeom>
              <a:noFill/>
              <a:ln w="9525" cap="flat" cmpd="sng">
                <a:solidFill>
                  <a:schemeClr val="dk2"/>
                </a:solidFill>
                <a:prstDash val="solid"/>
                <a:round/>
                <a:headEnd type="none" w="med" len="med"/>
                <a:tailEnd type="none" w="med" len="med"/>
              </a:ln>
            </p:spPr>
          </p:cxnSp>
          <p:cxnSp>
            <p:nvCxnSpPr>
              <p:cNvPr id="501" name="Google Shape;501;p9"/>
              <p:cNvCxnSpPr>
                <a:stCxn id="486" idx="0"/>
                <a:endCxn id="487" idx="4"/>
              </p:cNvCxnSpPr>
              <p:nvPr/>
            </p:nvCxnSpPr>
            <p:spPr>
              <a:xfrm>
                <a:off x="7405490" y="-1032677"/>
                <a:ext cx="638100" cy="883200"/>
              </a:xfrm>
              <a:prstGeom prst="straightConnector1">
                <a:avLst/>
              </a:prstGeom>
              <a:noFill/>
              <a:ln w="9525" cap="flat" cmpd="sng">
                <a:solidFill>
                  <a:schemeClr val="dk2"/>
                </a:solidFill>
                <a:prstDash val="solid"/>
                <a:round/>
                <a:headEnd type="none" w="med" len="med"/>
                <a:tailEnd type="none" w="med" len="med"/>
              </a:ln>
            </p:spPr>
          </p:cxnSp>
          <p:cxnSp>
            <p:nvCxnSpPr>
              <p:cNvPr id="502" name="Google Shape;502;p9"/>
              <p:cNvCxnSpPr>
                <a:stCxn id="491" idx="2"/>
                <a:endCxn id="485" idx="6"/>
              </p:cNvCxnSpPr>
              <p:nvPr/>
            </p:nvCxnSpPr>
            <p:spPr>
              <a:xfrm rot="10800000" flipH="1">
                <a:off x="5481836" y="13694"/>
                <a:ext cx="847800" cy="309000"/>
              </a:xfrm>
              <a:prstGeom prst="straightConnector1">
                <a:avLst/>
              </a:prstGeom>
              <a:noFill/>
              <a:ln w="9525" cap="flat" cmpd="sng">
                <a:solidFill>
                  <a:schemeClr val="dk2"/>
                </a:solidFill>
                <a:prstDash val="solid"/>
                <a:round/>
                <a:headEnd type="none" w="med" len="med"/>
                <a:tailEnd type="none" w="med" len="med"/>
              </a:ln>
            </p:spPr>
          </p:cxnSp>
          <p:cxnSp>
            <p:nvCxnSpPr>
              <p:cNvPr id="503" name="Google Shape;503;p9"/>
              <p:cNvCxnSpPr>
                <a:stCxn id="489" idx="7"/>
                <a:endCxn id="491" idx="1"/>
              </p:cNvCxnSpPr>
              <p:nvPr/>
            </p:nvCxnSpPr>
            <p:spPr>
              <a:xfrm flipH="1">
                <a:off x="5478310" y="249658"/>
                <a:ext cx="1693800" cy="123000"/>
              </a:xfrm>
              <a:prstGeom prst="straightConnector1">
                <a:avLst/>
              </a:prstGeom>
              <a:noFill/>
              <a:ln w="9525" cap="flat" cmpd="sng">
                <a:solidFill>
                  <a:schemeClr val="dk2"/>
                </a:solidFill>
                <a:prstDash val="solid"/>
                <a:round/>
                <a:headEnd type="none" w="med" len="med"/>
                <a:tailEnd type="none" w="med" len="med"/>
              </a:ln>
            </p:spPr>
          </p:cxnSp>
          <p:sp>
            <p:nvSpPr>
              <p:cNvPr id="504" name="Google Shape;504;p9"/>
              <p:cNvSpPr/>
              <p:nvPr/>
            </p:nvSpPr>
            <p:spPr>
              <a:xfrm rot="9708981">
                <a:off x="6280042" y="-655695"/>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05" name="Google Shape;505;p9"/>
              <p:cNvCxnSpPr>
                <a:stCxn id="491" idx="3"/>
                <a:endCxn id="504" idx="6"/>
              </p:cNvCxnSpPr>
              <p:nvPr/>
            </p:nvCxnSpPr>
            <p:spPr>
              <a:xfrm rot="10800000" flipH="1">
                <a:off x="5449161" y="-598892"/>
                <a:ext cx="833100" cy="883800"/>
              </a:xfrm>
              <a:prstGeom prst="straightConnector1">
                <a:avLst/>
              </a:prstGeom>
              <a:noFill/>
              <a:ln w="9525" cap="flat" cmpd="sng">
                <a:solidFill>
                  <a:schemeClr val="dk2"/>
                </a:solidFill>
                <a:prstDash val="solid"/>
                <a:round/>
                <a:headEnd type="none" w="med" len="med"/>
                <a:tailEnd type="none" w="med" len="med"/>
              </a:ln>
            </p:spPr>
          </p:cxnSp>
          <p:cxnSp>
            <p:nvCxnSpPr>
              <p:cNvPr id="506" name="Google Shape;506;p9"/>
              <p:cNvCxnSpPr>
                <a:stCxn id="504" idx="2"/>
                <a:endCxn id="486" idx="6"/>
              </p:cNvCxnSpPr>
              <p:nvPr/>
            </p:nvCxnSpPr>
            <p:spPr>
              <a:xfrm rot="10800000" flipH="1">
                <a:off x="6364402" y="-1116735"/>
                <a:ext cx="873000" cy="490800"/>
              </a:xfrm>
              <a:prstGeom prst="straightConnector1">
                <a:avLst/>
              </a:prstGeom>
              <a:noFill/>
              <a:ln w="9525" cap="flat" cmpd="sng">
                <a:solidFill>
                  <a:schemeClr val="dk2"/>
                </a:solidFill>
                <a:prstDash val="solid"/>
                <a:round/>
                <a:headEnd type="none" w="med" len="med"/>
                <a:tailEnd type="none" w="med" len="med"/>
              </a:ln>
            </p:spPr>
          </p:cxnSp>
          <p:cxnSp>
            <p:nvCxnSpPr>
              <p:cNvPr id="507" name="Google Shape;507;p9"/>
              <p:cNvCxnSpPr>
                <a:stCxn id="504" idx="0"/>
                <a:endCxn id="485" idx="4"/>
              </p:cNvCxnSpPr>
              <p:nvPr/>
            </p:nvCxnSpPr>
            <p:spPr>
              <a:xfrm>
                <a:off x="6336802" y="-571335"/>
                <a:ext cx="45000" cy="481500"/>
              </a:xfrm>
              <a:prstGeom prst="straightConnector1">
                <a:avLst/>
              </a:prstGeom>
              <a:noFill/>
              <a:ln w="9525" cap="flat" cmpd="sng">
                <a:solidFill>
                  <a:schemeClr val="dk2"/>
                </a:solidFill>
                <a:prstDash val="solid"/>
                <a:round/>
                <a:headEnd type="none" w="med" len="med"/>
                <a:tailEnd type="none" w="med" len="med"/>
              </a:ln>
            </p:spPr>
          </p:cxnSp>
          <p:cxnSp>
            <p:nvCxnSpPr>
              <p:cNvPr id="508" name="Google Shape;508;p9"/>
              <p:cNvCxnSpPr>
                <a:stCxn id="504" idx="1"/>
                <a:endCxn id="487" idx="5"/>
              </p:cNvCxnSpPr>
              <p:nvPr/>
            </p:nvCxnSpPr>
            <p:spPr>
              <a:xfrm>
                <a:off x="6361911" y="-592919"/>
                <a:ext cx="1656600" cy="465000"/>
              </a:xfrm>
              <a:prstGeom prst="straightConnector1">
                <a:avLst/>
              </a:prstGeom>
              <a:noFill/>
              <a:ln w="9525" cap="flat" cmpd="sng">
                <a:solidFill>
                  <a:schemeClr val="dk2"/>
                </a:solidFill>
                <a:prstDash val="solid"/>
                <a:round/>
                <a:headEnd type="none" w="med" len="med"/>
                <a:tailEnd type="none" w="med" len="med"/>
              </a:ln>
            </p:spPr>
          </p:cxnSp>
          <p:sp>
            <p:nvSpPr>
              <p:cNvPr id="509" name="Google Shape;509;p9"/>
              <p:cNvSpPr/>
              <p:nvPr/>
            </p:nvSpPr>
            <p:spPr>
              <a:xfrm rot="9698973">
                <a:off x="7912582" y="-1816833"/>
                <a:ext cx="128642" cy="128642"/>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10" name="Google Shape;510;p9"/>
              <p:cNvCxnSpPr>
                <a:stCxn id="486" idx="2"/>
                <a:endCxn id="509" idx="7"/>
              </p:cNvCxnSpPr>
              <p:nvPr/>
            </p:nvCxnSpPr>
            <p:spPr>
              <a:xfrm rot="10800000" flipH="1">
                <a:off x="7489640" y="-1694927"/>
                <a:ext cx="458400" cy="494100"/>
              </a:xfrm>
              <a:prstGeom prst="straightConnector1">
                <a:avLst/>
              </a:prstGeom>
              <a:noFill/>
              <a:ln w="9525" cap="flat" cmpd="sng">
                <a:solidFill>
                  <a:schemeClr val="dk2"/>
                </a:solidFill>
                <a:prstDash val="solid"/>
                <a:round/>
                <a:headEnd type="none" w="med" len="med"/>
                <a:tailEnd type="none" w="med" len="med"/>
              </a:ln>
            </p:spPr>
          </p:cxnSp>
          <p:cxnSp>
            <p:nvCxnSpPr>
              <p:cNvPr id="511" name="Google Shape;511;p9"/>
              <p:cNvCxnSpPr>
                <a:stCxn id="509" idx="3"/>
                <a:endCxn id="484" idx="7"/>
              </p:cNvCxnSpPr>
              <p:nvPr/>
            </p:nvCxnSpPr>
            <p:spPr>
              <a:xfrm rot="10800000" flipH="1">
                <a:off x="8005753" y="-2236000"/>
                <a:ext cx="286200" cy="426000"/>
              </a:xfrm>
              <a:prstGeom prst="straightConnector1">
                <a:avLst/>
              </a:prstGeom>
              <a:noFill/>
              <a:ln w="9525" cap="flat" cmpd="sng">
                <a:solidFill>
                  <a:schemeClr val="dk2"/>
                </a:solidFill>
                <a:prstDash val="solid"/>
                <a:round/>
                <a:headEnd type="none" w="med" len="med"/>
                <a:tailEnd type="none" w="med" len="med"/>
              </a:ln>
            </p:spPr>
          </p:cxnSp>
          <p:cxnSp>
            <p:nvCxnSpPr>
              <p:cNvPr id="512" name="Google Shape;512;p9"/>
              <p:cNvCxnSpPr>
                <a:stCxn id="487" idx="4"/>
                <a:endCxn id="509" idx="0"/>
              </p:cNvCxnSpPr>
              <p:nvPr/>
            </p:nvCxnSpPr>
            <p:spPr>
              <a:xfrm rot="10800000">
                <a:off x="7997070" y="-1691416"/>
                <a:ext cx="46500" cy="1542000"/>
              </a:xfrm>
              <a:prstGeom prst="straightConnector1">
                <a:avLst/>
              </a:prstGeom>
              <a:noFill/>
              <a:ln w="9525" cap="flat" cmpd="sng">
                <a:solidFill>
                  <a:schemeClr val="dk2"/>
                </a:solidFill>
                <a:prstDash val="solid"/>
                <a:round/>
                <a:headEnd type="none" w="med" len="med"/>
                <a:tailEnd type="none" w="med" len="med"/>
              </a:ln>
            </p:spPr>
          </p:cxnSp>
          <p:sp>
            <p:nvSpPr>
              <p:cNvPr id="513" name="Google Shape;513;p9"/>
              <p:cNvSpPr/>
              <p:nvPr/>
            </p:nvSpPr>
            <p:spPr>
              <a:xfrm rot="9700738">
                <a:off x="8739027" y="840659"/>
                <a:ext cx="238594" cy="23859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14" name="Google Shape;514;p9"/>
              <p:cNvCxnSpPr>
                <a:stCxn id="487" idx="0"/>
                <a:endCxn id="513" idx="4"/>
              </p:cNvCxnSpPr>
              <p:nvPr/>
            </p:nvCxnSpPr>
            <p:spPr>
              <a:xfrm>
                <a:off x="8070570" y="-67216"/>
                <a:ext cx="750300" cy="913800"/>
              </a:xfrm>
              <a:prstGeom prst="straightConnector1">
                <a:avLst/>
              </a:prstGeom>
              <a:noFill/>
              <a:ln w="9525" cap="flat" cmpd="sng">
                <a:solidFill>
                  <a:schemeClr val="dk2"/>
                </a:solidFill>
                <a:prstDash val="solid"/>
                <a:round/>
                <a:headEnd type="none" w="med" len="med"/>
                <a:tailEnd type="none" w="med" len="med"/>
              </a:ln>
            </p:spPr>
          </p:cxnSp>
          <p:cxnSp>
            <p:nvCxnSpPr>
              <p:cNvPr id="515" name="Google Shape;515;p9"/>
              <p:cNvCxnSpPr>
                <a:stCxn id="488" idx="7"/>
                <a:endCxn id="513" idx="3"/>
              </p:cNvCxnSpPr>
              <p:nvPr/>
            </p:nvCxnSpPr>
            <p:spPr>
              <a:xfrm flipH="1">
                <a:off x="8911773" y="244086"/>
                <a:ext cx="10800" cy="609300"/>
              </a:xfrm>
              <a:prstGeom prst="straightConnector1">
                <a:avLst/>
              </a:prstGeom>
              <a:noFill/>
              <a:ln w="9525" cap="flat" cmpd="sng">
                <a:solidFill>
                  <a:schemeClr val="dk2"/>
                </a:solidFill>
                <a:prstDash val="solid"/>
                <a:round/>
                <a:headEnd type="none" w="med" len="med"/>
                <a:tailEnd type="none" w="med" len="med"/>
              </a:ln>
            </p:spPr>
          </p:cxnSp>
        </p:grpSp>
        <p:grpSp>
          <p:nvGrpSpPr>
            <p:cNvPr id="516" name="Google Shape;516;p9"/>
            <p:cNvGrpSpPr/>
            <p:nvPr/>
          </p:nvGrpSpPr>
          <p:grpSpPr>
            <a:xfrm>
              <a:off x="4731484" y="3852908"/>
              <a:ext cx="4355179" cy="3513764"/>
              <a:chOff x="720009" y="3852908"/>
              <a:chExt cx="4355179" cy="3513764"/>
            </a:xfrm>
          </p:grpSpPr>
          <p:sp>
            <p:nvSpPr>
              <p:cNvPr id="517" name="Google Shape;517;p9"/>
              <p:cNvSpPr/>
              <p:nvPr/>
            </p:nvSpPr>
            <p:spPr>
              <a:xfrm rot="8759498">
                <a:off x="4842687" y="3890706"/>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8" name="Google Shape;518;p9"/>
              <p:cNvSpPr/>
              <p:nvPr/>
            </p:nvSpPr>
            <p:spPr>
              <a:xfrm rot="8759498">
                <a:off x="2275964" y="6863806"/>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9" name="Google Shape;519;p9"/>
              <p:cNvSpPr/>
              <p:nvPr/>
            </p:nvSpPr>
            <p:spPr>
              <a:xfrm rot="8760064">
                <a:off x="1605200" y="4894668"/>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0" name="Google Shape;520;p9"/>
              <p:cNvSpPr/>
              <p:nvPr/>
            </p:nvSpPr>
            <p:spPr>
              <a:xfrm rot="8752287">
                <a:off x="3601108" y="609149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1" name="Google Shape;521;p9"/>
              <p:cNvSpPr/>
              <p:nvPr/>
            </p:nvSpPr>
            <p:spPr>
              <a:xfrm rot="8754177">
                <a:off x="4682827" y="4819876"/>
                <a:ext cx="210847" cy="210847"/>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2" name="Google Shape;522;p9"/>
              <p:cNvSpPr/>
              <p:nvPr/>
            </p:nvSpPr>
            <p:spPr>
              <a:xfrm rot="8752287">
                <a:off x="3494792" y="721083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3" name="Google Shape;523;p9"/>
              <p:cNvSpPr/>
              <p:nvPr/>
            </p:nvSpPr>
            <p:spPr>
              <a:xfrm rot="8752287">
                <a:off x="3265787" y="4938959"/>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4" name="Google Shape;524;p9"/>
              <p:cNvSpPr/>
              <p:nvPr/>
            </p:nvSpPr>
            <p:spPr>
              <a:xfrm rot="8754847">
                <a:off x="1467743" y="6207539"/>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25" name="Google Shape;525;p9"/>
              <p:cNvCxnSpPr>
                <a:stCxn id="522" idx="4"/>
                <a:endCxn id="520" idx="0"/>
              </p:cNvCxnSpPr>
              <p:nvPr/>
            </p:nvCxnSpPr>
            <p:spPr>
              <a:xfrm rot="10800000" flipH="1">
                <a:off x="3523426" y="6210771"/>
                <a:ext cx="179400" cy="1011300"/>
              </a:xfrm>
              <a:prstGeom prst="straightConnector1">
                <a:avLst/>
              </a:prstGeom>
              <a:noFill/>
              <a:ln w="9525" cap="flat" cmpd="sng">
                <a:solidFill>
                  <a:schemeClr val="dk2"/>
                </a:solidFill>
                <a:prstDash val="solid"/>
                <a:round/>
                <a:headEnd type="none" w="med" len="med"/>
                <a:tailEnd type="none" w="med" len="med"/>
              </a:ln>
            </p:spPr>
          </p:cxnSp>
          <p:cxnSp>
            <p:nvCxnSpPr>
              <p:cNvPr id="526" name="Google Shape;526;p9"/>
              <p:cNvCxnSpPr>
                <a:stCxn id="517" idx="7"/>
                <a:endCxn id="521" idx="3"/>
              </p:cNvCxnSpPr>
              <p:nvPr/>
            </p:nvCxnSpPr>
            <p:spPr>
              <a:xfrm flipH="1">
                <a:off x="4808077" y="4083623"/>
                <a:ext cx="113400" cy="738300"/>
              </a:xfrm>
              <a:prstGeom prst="straightConnector1">
                <a:avLst/>
              </a:prstGeom>
              <a:noFill/>
              <a:ln w="9525" cap="flat" cmpd="sng">
                <a:solidFill>
                  <a:schemeClr val="dk2"/>
                </a:solidFill>
                <a:prstDash val="solid"/>
                <a:round/>
                <a:headEnd type="none" w="med" len="med"/>
                <a:tailEnd type="none" w="med" len="med"/>
              </a:ln>
            </p:spPr>
          </p:cxnSp>
          <p:cxnSp>
            <p:nvCxnSpPr>
              <p:cNvPr id="527" name="Google Shape;527;p9"/>
              <p:cNvCxnSpPr>
                <a:stCxn id="521" idx="7"/>
                <a:endCxn id="522" idx="2"/>
              </p:cNvCxnSpPr>
              <p:nvPr/>
            </p:nvCxnSpPr>
            <p:spPr>
              <a:xfrm flipH="1">
                <a:off x="3613910" y="5028820"/>
                <a:ext cx="1154400" cy="2210700"/>
              </a:xfrm>
              <a:prstGeom prst="straightConnector1">
                <a:avLst/>
              </a:prstGeom>
              <a:noFill/>
              <a:ln w="9525" cap="flat" cmpd="sng">
                <a:solidFill>
                  <a:schemeClr val="dk2"/>
                </a:solidFill>
                <a:prstDash val="solid"/>
                <a:round/>
                <a:headEnd type="none" w="med" len="med"/>
                <a:tailEnd type="none" w="med" len="med"/>
              </a:ln>
            </p:spPr>
          </p:cxnSp>
          <p:cxnSp>
            <p:nvCxnSpPr>
              <p:cNvPr id="528" name="Google Shape;528;p9"/>
              <p:cNvCxnSpPr>
                <a:stCxn id="522" idx="6"/>
                <a:endCxn id="518" idx="1"/>
              </p:cNvCxnSpPr>
              <p:nvPr/>
            </p:nvCxnSpPr>
            <p:spPr>
              <a:xfrm rot="10800000">
                <a:off x="2468926" y="6979671"/>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529" name="Google Shape;529;p9"/>
              <p:cNvCxnSpPr>
                <a:stCxn id="520" idx="7"/>
                <a:endCxn id="518" idx="3"/>
              </p:cNvCxnSpPr>
              <p:nvPr/>
            </p:nvCxnSpPr>
            <p:spPr>
              <a:xfrm flipH="1">
                <a:off x="2391939" y="6220795"/>
                <a:ext cx="1262100" cy="644700"/>
              </a:xfrm>
              <a:prstGeom prst="straightConnector1">
                <a:avLst/>
              </a:prstGeom>
              <a:noFill/>
              <a:ln w="9525" cap="flat" cmpd="sng">
                <a:solidFill>
                  <a:schemeClr val="dk2"/>
                </a:solidFill>
                <a:prstDash val="solid"/>
                <a:round/>
                <a:headEnd type="none" w="med" len="med"/>
                <a:tailEnd type="none" w="med" len="med"/>
              </a:ln>
            </p:spPr>
          </p:cxnSp>
          <p:cxnSp>
            <p:nvCxnSpPr>
              <p:cNvPr id="530" name="Google Shape;530;p9"/>
              <p:cNvCxnSpPr>
                <a:stCxn id="517" idx="6"/>
                <a:endCxn id="523" idx="2"/>
              </p:cNvCxnSpPr>
              <p:nvPr/>
            </p:nvCxnSpPr>
            <p:spPr>
              <a:xfrm flipH="1">
                <a:off x="3385138" y="4042508"/>
                <a:ext cx="1474200" cy="925200"/>
              </a:xfrm>
              <a:prstGeom prst="straightConnector1">
                <a:avLst/>
              </a:prstGeom>
              <a:noFill/>
              <a:ln w="9525" cap="flat" cmpd="sng">
                <a:solidFill>
                  <a:schemeClr val="dk2"/>
                </a:solidFill>
                <a:prstDash val="solid"/>
                <a:round/>
                <a:headEnd type="none" w="med" len="med"/>
                <a:tailEnd type="none" w="med" len="med"/>
              </a:ln>
            </p:spPr>
          </p:cxnSp>
          <p:cxnSp>
            <p:nvCxnSpPr>
              <p:cNvPr id="531" name="Google Shape;531;p9"/>
              <p:cNvCxnSpPr>
                <a:stCxn id="523" idx="0"/>
                <a:endCxn id="520" idx="2"/>
              </p:cNvCxnSpPr>
              <p:nvPr/>
            </p:nvCxnSpPr>
            <p:spPr>
              <a:xfrm>
                <a:off x="3367622" y="5058194"/>
                <a:ext cx="352800" cy="1062000"/>
              </a:xfrm>
              <a:prstGeom prst="straightConnector1">
                <a:avLst/>
              </a:prstGeom>
              <a:noFill/>
              <a:ln w="9525" cap="flat" cmpd="sng">
                <a:solidFill>
                  <a:schemeClr val="dk2"/>
                </a:solidFill>
                <a:prstDash val="solid"/>
                <a:round/>
                <a:headEnd type="none" w="med" len="med"/>
                <a:tailEnd type="none" w="med" len="med"/>
              </a:ln>
            </p:spPr>
          </p:cxnSp>
          <p:cxnSp>
            <p:nvCxnSpPr>
              <p:cNvPr id="532" name="Google Shape;532;p9"/>
              <p:cNvCxnSpPr>
                <a:stCxn id="523" idx="5"/>
                <a:endCxn id="519" idx="1"/>
              </p:cNvCxnSpPr>
              <p:nvPr/>
            </p:nvCxnSpPr>
            <p:spPr>
              <a:xfrm flipH="1">
                <a:off x="2002758" y="4991890"/>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533" name="Google Shape;533;p9"/>
              <p:cNvCxnSpPr>
                <a:stCxn id="519" idx="0"/>
                <a:endCxn id="520" idx="5"/>
              </p:cNvCxnSpPr>
              <p:nvPr/>
            </p:nvCxnSpPr>
            <p:spPr>
              <a:xfrm>
                <a:off x="1918052" y="5261670"/>
                <a:ext cx="1684200" cy="882900"/>
              </a:xfrm>
              <a:prstGeom prst="straightConnector1">
                <a:avLst/>
              </a:prstGeom>
              <a:noFill/>
              <a:ln w="9525" cap="flat" cmpd="sng">
                <a:solidFill>
                  <a:schemeClr val="dk2"/>
                </a:solidFill>
                <a:prstDash val="solid"/>
                <a:round/>
                <a:headEnd type="none" w="med" len="med"/>
                <a:tailEnd type="none" w="med" len="med"/>
              </a:ln>
            </p:spPr>
          </p:cxnSp>
          <p:cxnSp>
            <p:nvCxnSpPr>
              <p:cNvPr id="534" name="Google Shape;534;p9"/>
              <p:cNvCxnSpPr>
                <a:stCxn id="519" idx="7"/>
                <a:endCxn id="524" idx="3"/>
              </p:cNvCxnSpPr>
              <p:nvPr/>
            </p:nvCxnSpPr>
            <p:spPr>
              <a:xfrm flipH="1">
                <a:off x="1525162" y="5292284"/>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535" name="Google Shape;535;p9"/>
              <p:cNvCxnSpPr>
                <a:stCxn id="520" idx="6"/>
                <a:endCxn id="524" idx="2"/>
              </p:cNvCxnSpPr>
              <p:nvPr/>
            </p:nvCxnSpPr>
            <p:spPr>
              <a:xfrm flipH="1">
                <a:off x="1555843" y="6193331"/>
                <a:ext cx="2056500" cy="35400"/>
              </a:xfrm>
              <a:prstGeom prst="straightConnector1">
                <a:avLst/>
              </a:prstGeom>
              <a:noFill/>
              <a:ln w="9525" cap="flat" cmpd="sng">
                <a:solidFill>
                  <a:schemeClr val="dk2"/>
                </a:solidFill>
                <a:prstDash val="solid"/>
                <a:round/>
                <a:headEnd type="none" w="med" len="med"/>
                <a:tailEnd type="none" w="med" len="med"/>
              </a:ln>
            </p:spPr>
          </p:cxnSp>
          <p:cxnSp>
            <p:nvCxnSpPr>
              <p:cNvPr id="536" name="Google Shape;536;p9"/>
              <p:cNvCxnSpPr>
                <a:stCxn id="524" idx="0"/>
                <a:endCxn id="518" idx="4"/>
              </p:cNvCxnSpPr>
              <p:nvPr/>
            </p:nvCxnSpPr>
            <p:spPr>
              <a:xfrm>
                <a:off x="1542920" y="6295616"/>
                <a:ext cx="775800" cy="584700"/>
              </a:xfrm>
              <a:prstGeom prst="straightConnector1">
                <a:avLst/>
              </a:prstGeom>
              <a:noFill/>
              <a:ln w="9525" cap="flat" cmpd="sng">
                <a:solidFill>
                  <a:schemeClr val="dk2"/>
                </a:solidFill>
                <a:prstDash val="solid"/>
                <a:round/>
                <a:headEnd type="none" w="med" len="med"/>
                <a:tailEnd type="none" w="med" len="med"/>
              </a:ln>
            </p:spPr>
          </p:cxnSp>
          <p:cxnSp>
            <p:nvCxnSpPr>
              <p:cNvPr id="537" name="Google Shape;537;p9"/>
              <p:cNvCxnSpPr>
                <a:stCxn id="522" idx="5"/>
                <a:endCxn id="524" idx="1"/>
              </p:cNvCxnSpPr>
              <p:nvPr/>
            </p:nvCxnSpPr>
            <p:spPr>
              <a:xfrm rot="10800000">
                <a:off x="1563363" y="6264768"/>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538" name="Google Shape;538;p9"/>
              <p:cNvCxnSpPr>
                <a:stCxn id="521" idx="6"/>
                <a:endCxn id="524" idx="1"/>
              </p:cNvCxnSpPr>
              <p:nvPr/>
            </p:nvCxnSpPr>
            <p:spPr>
              <a:xfrm flipH="1">
                <a:off x="1563250" y="4984400"/>
                <a:ext cx="3137700" cy="1280400"/>
              </a:xfrm>
              <a:prstGeom prst="straightConnector1">
                <a:avLst/>
              </a:prstGeom>
              <a:noFill/>
              <a:ln w="9525" cap="flat" cmpd="sng">
                <a:solidFill>
                  <a:schemeClr val="dk2"/>
                </a:solidFill>
                <a:prstDash val="solid"/>
                <a:round/>
                <a:headEnd type="none" w="med" len="med"/>
                <a:tailEnd type="none" w="med" len="med"/>
              </a:ln>
            </p:spPr>
          </p:cxnSp>
          <p:cxnSp>
            <p:nvCxnSpPr>
              <p:cNvPr id="539" name="Google Shape;539;p9"/>
              <p:cNvCxnSpPr>
                <a:stCxn id="521" idx="5"/>
                <a:endCxn id="523" idx="2"/>
              </p:cNvCxnSpPr>
              <p:nvPr/>
            </p:nvCxnSpPr>
            <p:spPr>
              <a:xfrm flipH="1">
                <a:off x="3385130" y="4905359"/>
                <a:ext cx="1299600" cy="62100"/>
              </a:xfrm>
              <a:prstGeom prst="straightConnector1">
                <a:avLst/>
              </a:prstGeom>
              <a:noFill/>
              <a:ln w="9525" cap="flat" cmpd="sng">
                <a:solidFill>
                  <a:schemeClr val="dk2"/>
                </a:solidFill>
                <a:prstDash val="solid"/>
                <a:round/>
                <a:headEnd type="none" w="med" len="med"/>
                <a:tailEnd type="none" w="med" len="med"/>
              </a:ln>
            </p:spPr>
          </p:cxnSp>
          <p:cxnSp>
            <p:nvCxnSpPr>
              <p:cNvPr id="540" name="Google Shape;540;p9"/>
              <p:cNvCxnSpPr>
                <a:stCxn id="518" idx="4"/>
                <a:endCxn id="519" idx="7"/>
              </p:cNvCxnSpPr>
              <p:nvPr/>
            </p:nvCxnSpPr>
            <p:spPr>
              <a:xfrm rot="10800000">
                <a:off x="1767465" y="5292257"/>
                <a:ext cx="551400" cy="1588200"/>
              </a:xfrm>
              <a:prstGeom prst="straightConnector1">
                <a:avLst/>
              </a:prstGeom>
              <a:noFill/>
              <a:ln w="9525" cap="flat" cmpd="sng">
                <a:solidFill>
                  <a:schemeClr val="dk2"/>
                </a:solidFill>
                <a:prstDash val="solid"/>
                <a:round/>
                <a:headEnd type="none" w="med" len="med"/>
                <a:tailEnd type="none" w="med" len="med"/>
              </a:ln>
            </p:spPr>
          </p:cxnSp>
          <p:sp>
            <p:nvSpPr>
              <p:cNvPr id="541" name="Google Shape;541;p9"/>
              <p:cNvSpPr/>
              <p:nvPr/>
            </p:nvSpPr>
            <p:spPr>
              <a:xfrm rot="8752287">
                <a:off x="745374" y="487673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2" name="Google Shape;542;p9"/>
              <p:cNvCxnSpPr>
                <a:stCxn id="524" idx="4"/>
                <a:endCxn id="541" idx="7"/>
              </p:cNvCxnSpPr>
              <p:nvPr/>
            </p:nvCxnSpPr>
            <p:spPr>
              <a:xfrm rot="10800000">
                <a:off x="798320" y="5005916"/>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543" name="Google Shape;543;p9"/>
              <p:cNvCxnSpPr>
                <a:stCxn id="541" idx="1"/>
                <a:endCxn id="519" idx="5"/>
              </p:cNvCxnSpPr>
              <p:nvPr/>
            </p:nvCxnSpPr>
            <p:spPr>
              <a:xfrm>
                <a:off x="874673" y="4954270"/>
                <a:ext cx="734100" cy="102900"/>
              </a:xfrm>
              <a:prstGeom prst="straightConnector1">
                <a:avLst/>
              </a:prstGeom>
              <a:noFill/>
              <a:ln w="9525" cap="flat" cmpd="sng">
                <a:solidFill>
                  <a:schemeClr val="dk2"/>
                </a:solidFill>
                <a:prstDash val="solid"/>
                <a:round/>
                <a:headEnd type="none" w="med" len="med"/>
                <a:tailEnd type="none" w="med" len="med"/>
              </a:ln>
            </p:spPr>
          </p:cxnSp>
          <p:sp>
            <p:nvSpPr>
              <p:cNvPr id="544" name="Google Shape;544;p9"/>
              <p:cNvSpPr/>
              <p:nvPr/>
            </p:nvSpPr>
            <p:spPr>
              <a:xfrm rot="8759498">
                <a:off x="1785083" y="4514433"/>
                <a:ext cx="194703" cy="19470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5" name="Google Shape;545;p9"/>
              <p:cNvCxnSpPr>
                <a:stCxn id="541" idx="2"/>
                <a:endCxn id="544" idx="5"/>
              </p:cNvCxnSpPr>
              <p:nvPr/>
            </p:nvCxnSpPr>
            <p:spPr>
              <a:xfrm rot="10800000" flipH="1">
                <a:off x="864609" y="4593367"/>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546" name="Google Shape;546;p9"/>
              <p:cNvCxnSpPr>
                <a:stCxn id="544" idx="1"/>
                <a:endCxn id="523" idx="5"/>
              </p:cNvCxnSpPr>
              <p:nvPr/>
            </p:nvCxnSpPr>
            <p:spPr>
              <a:xfrm>
                <a:off x="1977999" y="4630346"/>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547" name="Google Shape;547;p9"/>
              <p:cNvCxnSpPr>
                <a:stCxn id="544" idx="7"/>
                <a:endCxn id="519" idx="3"/>
              </p:cNvCxnSpPr>
              <p:nvPr/>
            </p:nvCxnSpPr>
            <p:spPr>
              <a:xfrm flipH="1">
                <a:off x="1844072" y="4707350"/>
                <a:ext cx="19800" cy="191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1"/>
        <p:cNvGrpSpPr/>
        <p:nvPr/>
      </p:nvGrpSpPr>
      <p:grpSpPr>
        <a:xfrm>
          <a:off x="0" y="0"/>
          <a:ext cx="0" cy="0"/>
          <a:chOff x="0" y="0"/>
          <a:chExt cx="0" cy="0"/>
        </a:xfrm>
      </p:grpSpPr>
      <p:sp>
        <p:nvSpPr>
          <p:cNvPr id="552" name="Google Shape;552;p11"/>
          <p:cNvSpPr txBox="1">
            <a:spLocks noGrp="1"/>
          </p:cNvSpPr>
          <p:nvPr>
            <p:ph type="title" hasCustomPrompt="1"/>
          </p:nvPr>
        </p:nvSpPr>
        <p:spPr>
          <a:xfrm>
            <a:off x="1284000" y="1714512"/>
            <a:ext cx="6576000" cy="1207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3" name="Google Shape;553;p11"/>
          <p:cNvSpPr txBox="1">
            <a:spLocks noGrp="1"/>
          </p:cNvSpPr>
          <p:nvPr>
            <p:ph type="subTitle" idx="1"/>
          </p:nvPr>
        </p:nvSpPr>
        <p:spPr>
          <a:xfrm>
            <a:off x="1284000" y="2922288"/>
            <a:ext cx="6576000" cy="50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554" name="Google Shape;554;p11"/>
          <p:cNvGrpSpPr/>
          <p:nvPr/>
        </p:nvGrpSpPr>
        <p:grpSpPr>
          <a:xfrm>
            <a:off x="-1196147" y="-548842"/>
            <a:ext cx="13880920" cy="6874700"/>
            <a:chOff x="-1196147" y="-548842"/>
            <a:chExt cx="13880920" cy="6874700"/>
          </a:xfrm>
        </p:grpSpPr>
        <p:grpSp>
          <p:nvGrpSpPr>
            <p:cNvPr id="555" name="Google Shape;555;p11"/>
            <p:cNvGrpSpPr/>
            <p:nvPr/>
          </p:nvGrpSpPr>
          <p:grpSpPr>
            <a:xfrm>
              <a:off x="-1196147" y="-548842"/>
              <a:ext cx="3657841" cy="4417628"/>
              <a:chOff x="-1196147" y="-548842"/>
              <a:chExt cx="3657841" cy="4417628"/>
            </a:xfrm>
          </p:grpSpPr>
          <p:sp>
            <p:nvSpPr>
              <p:cNvPr id="556" name="Google Shape;556;p11"/>
              <p:cNvSpPr/>
              <p:nvPr/>
            </p:nvSpPr>
            <p:spPr>
              <a:xfrm rot="10359365">
                <a:off x="2255245" y="146021"/>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7" name="Google Shape;557;p11"/>
              <p:cNvSpPr/>
              <p:nvPr/>
            </p:nvSpPr>
            <p:spPr>
              <a:xfrm rot="10359365">
                <a:off x="-841304" y="2200605"/>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8" name="Google Shape;558;p11"/>
              <p:cNvSpPr/>
              <p:nvPr/>
            </p:nvSpPr>
            <p:spPr>
              <a:xfrm rot="10361981">
                <a:off x="352993" y="-214656"/>
                <a:ext cx="401353" cy="40135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9" name="Google Shape;559;p11"/>
              <p:cNvSpPr/>
              <p:nvPr/>
            </p:nvSpPr>
            <p:spPr>
              <a:xfrm rot="10355821">
                <a:off x="274120" y="560515"/>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0" name="Google Shape;560;p11"/>
              <p:cNvSpPr/>
              <p:nvPr/>
            </p:nvSpPr>
            <p:spPr>
              <a:xfrm rot="10360416">
                <a:off x="1106270" y="873580"/>
                <a:ext cx="254074" cy="25407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1" name="Google Shape;561;p11"/>
              <p:cNvSpPr/>
              <p:nvPr/>
            </p:nvSpPr>
            <p:spPr>
              <a:xfrm rot="10355821">
                <a:off x="424057" y="2400495"/>
                <a:ext cx="130387" cy="1303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2" name="Google Shape;562;p11"/>
              <p:cNvSpPr/>
              <p:nvPr/>
            </p:nvSpPr>
            <p:spPr>
              <a:xfrm rot="9969336">
                <a:off x="1746927" y="9840"/>
                <a:ext cx="130388" cy="130388"/>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3" name="Google Shape;563;p11"/>
              <p:cNvSpPr/>
              <p:nvPr/>
            </p:nvSpPr>
            <p:spPr>
              <a:xfrm rot="10360567">
                <a:off x="-737089" y="906043"/>
                <a:ext cx="96487" cy="964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64" name="Google Shape;564;p11"/>
              <p:cNvCxnSpPr>
                <a:stCxn id="560" idx="5"/>
                <a:endCxn id="559" idx="1"/>
              </p:cNvCxnSpPr>
              <p:nvPr/>
            </p:nvCxnSpPr>
            <p:spPr>
              <a:xfrm rot="10800000">
                <a:off x="390857" y="665576"/>
                <a:ext cx="741900" cy="257400"/>
              </a:xfrm>
              <a:prstGeom prst="straightConnector1">
                <a:avLst/>
              </a:prstGeom>
              <a:noFill/>
              <a:ln w="9525" cap="flat" cmpd="sng">
                <a:solidFill>
                  <a:schemeClr val="dk2"/>
                </a:solidFill>
                <a:prstDash val="solid"/>
                <a:round/>
                <a:headEnd type="none" w="med" len="med"/>
                <a:tailEnd type="none" w="med" len="med"/>
              </a:ln>
            </p:spPr>
          </p:cxnSp>
          <p:cxnSp>
            <p:nvCxnSpPr>
              <p:cNvPr id="565" name="Google Shape;565;p11"/>
              <p:cNvCxnSpPr>
                <a:stCxn id="561" idx="4"/>
                <a:endCxn id="559" idx="0"/>
              </p:cNvCxnSpPr>
              <p:nvPr/>
            </p:nvCxnSpPr>
            <p:spPr>
              <a:xfrm rot="10800000">
                <a:off x="347650" y="690439"/>
                <a:ext cx="133200" cy="1710600"/>
              </a:xfrm>
              <a:prstGeom prst="straightConnector1">
                <a:avLst/>
              </a:prstGeom>
              <a:noFill/>
              <a:ln w="9525" cap="flat" cmpd="sng">
                <a:solidFill>
                  <a:schemeClr val="dk2"/>
                </a:solidFill>
                <a:prstDash val="solid"/>
                <a:round/>
                <a:headEnd type="none" w="med" len="med"/>
                <a:tailEnd type="none" w="med" len="med"/>
              </a:ln>
            </p:spPr>
          </p:cxnSp>
          <p:cxnSp>
            <p:nvCxnSpPr>
              <p:cNvPr id="566" name="Google Shape;566;p11"/>
              <p:cNvCxnSpPr>
                <a:stCxn id="556" idx="6"/>
                <a:endCxn id="560" idx="3"/>
              </p:cNvCxnSpPr>
              <p:nvPr/>
            </p:nvCxnSpPr>
            <p:spPr>
              <a:xfrm flipH="1">
                <a:off x="1311044" y="255870"/>
                <a:ext cx="945000" cy="644100"/>
              </a:xfrm>
              <a:prstGeom prst="straightConnector1">
                <a:avLst/>
              </a:prstGeom>
              <a:noFill/>
              <a:ln w="9525" cap="flat" cmpd="sng">
                <a:solidFill>
                  <a:schemeClr val="dk2"/>
                </a:solidFill>
                <a:prstDash val="solid"/>
                <a:round/>
                <a:headEnd type="none" w="med" len="med"/>
                <a:tailEnd type="none" w="med" len="med"/>
              </a:ln>
            </p:spPr>
          </p:cxnSp>
          <p:cxnSp>
            <p:nvCxnSpPr>
              <p:cNvPr id="567" name="Google Shape;567;p11"/>
              <p:cNvCxnSpPr>
                <a:stCxn id="560" idx="7"/>
                <a:endCxn id="561" idx="2"/>
              </p:cNvCxnSpPr>
              <p:nvPr/>
            </p:nvCxnSpPr>
            <p:spPr>
              <a:xfrm flipH="1">
                <a:off x="553867" y="1101167"/>
                <a:ext cx="601800" cy="1356000"/>
              </a:xfrm>
              <a:prstGeom prst="straightConnector1">
                <a:avLst/>
              </a:prstGeom>
              <a:noFill/>
              <a:ln w="9525" cap="flat" cmpd="sng">
                <a:solidFill>
                  <a:schemeClr val="dk2"/>
                </a:solidFill>
                <a:prstDash val="solid"/>
                <a:round/>
                <a:headEnd type="none" w="med" len="med"/>
                <a:tailEnd type="none" w="med" len="med"/>
              </a:ln>
            </p:spPr>
          </p:cxnSp>
          <p:cxnSp>
            <p:nvCxnSpPr>
              <p:cNvPr id="568" name="Google Shape;568;p11"/>
              <p:cNvCxnSpPr>
                <a:stCxn id="561" idx="6"/>
                <a:endCxn id="557" idx="1"/>
              </p:cNvCxnSpPr>
              <p:nvPr/>
            </p:nvCxnSpPr>
            <p:spPr>
              <a:xfrm rot="10800000">
                <a:off x="-666800" y="2357389"/>
                <a:ext cx="1091400" cy="116700"/>
              </a:xfrm>
              <a:prstGeom prst="straightConnector1">
                <a:avLst/>
              </a:prstGeom>
              <a:noFill/>
              <a:ln w="9525" cap="flat" cmpd="sng">
                <a:solidFill>
                  <a:schemeClr val="dk2"/>
                </a:solidFill>
                <a:prstDash val="solid"/>
                <a:round/>
                <a:headEnd type="none" w="med" len="med"/>
                <a:tailEnd type="none" w="med" len="med"/>
              </a:ln>
            </p:spPr>
          </p:cxnSp>
          <p:cxnSp>
            <p:nvCxnSpPr>
              <p:cNvPr id="569" name="Google Shape;569;p11"/>
              <p:cNvCxnSpPr>
                <a:stCxn id="559" idx="7"/>
                <a:endCxn id="557" idx="3"/>
              </p:cNvCxnSpPr>
              <p:nvPr/>
            </p:nvCxnSpPr>
            <p:spPr>
              <a:xfrm flipH="1">
                <a:off x="-684462" y="677363"/>
                <a:ext cx="984000" cy="1543500"/>
              </a:xfrm>
              <a:prstGeom prst="straightConnector1">
                <a:avLst/>
              </a:prstGeom>
              <a:noFill/>
              <a:ln w="9525" cap="flat" cmpd="sng">
                <a:solidFill>
                  <a:schemeClr val="dk2"/>
                </a:solidFill>
                <a:prstDash val="solid"/>
                <a:round/>
                <a:headEnd type="none" w="med" len="med"/>
                <a:tailEnd type="none" w="med" len="med"/>
              </a:ln>
            </p:spPr>
          </p:cxnSp>
          <p:cxnSp>
            <p:nvCxnSpPr>
              <p:cNvPr id="570" name="Google Shape;570;p11"/>
              <p:cNvCxnSpPr>
                <a:stCxn id="556" idx="6"/>
                <a:endCxn id="562" idx="1"/>
              </p:cNvCxnSpPr>
              <p:nvPr/>
            </p:nvCxnSpPr>
            <p:spPr>
              <a:xfrm rot="10800000">
                <a:off x="1867844" y="108870"/>
                <a:ext cx="388200" cy="147000"/>
              </a:xfrm>
              <a:prstGeom prst="straightConnector1">
                <a:avLst/>
              </a:prstGeom>
              <a:noFill/>
              <a:ln w="9525" cap="flat" cmpd="sng">
                <a:solidFill>
                  <a:schemeClr val="dk2"/>
                </a:solidFill>
                <a:prstDash val="solid"/>
                <a:round/>
                <a:headEnd type="none" w="med" len="med"/>
                <a:tailEnd type="none" w="med" len="med"/>
              </a:ln>
            </p:spPr>
          </p:cxnSp>
          <p:cxnSp>
            <p:nvCxnSpPr>
              <p:cNvPr id="571" name="Google Shape;571;p11"/>
              <p:cNvCxnSpPr>
                <a:stCxn id="562" idx="6"/>
                <a:endCxn id="559" idx="2"/>
              </p:cNvCxnSpPr>
              <p:nvPr/>
            </p:nvCxnSpPr>
            <p:spPr>
              <a:xfrm flipH="1">
                <a:off x="403921" y="90634"/>
                <a:ext cx="1344900" cy="526800"/>
              </a:xfrm>
              <a:prstGeom prst="straightConnector1">
                <a:avLst/>
              </a:prstGeom>
              <a:noFill/>
              <a:ln w="9525" cap="flat" cmpd="sng">
                <a:solidFill>
                  <a:schemeClr val="dk2"/>
                </a:solidFill>
                <a:prstDash val="solid"/>
                <a:round/>
                <a:headEnd type="none" w="med" len="med"/>
                <a:tailEnd type="none" w="med" len="med"/>
              </a:ln>
            </p:spPr>
          </p:cxnSp>
          <p:cxnSp>
            <p:nvCxnSpPr>
              <p:cNvPr id="572" name="Google Shape;572;p11"/>
              <p:cNvCxnSpPr>
                <a:stCxn id="562" idx="6"/>
                <a:endCxn id="558" idx="1"/>
              </p:cNvCxnSpPr>
              <p:nvPr/>
            </p:nvCxnSpPr>
            <p:spPr>
              <a:xfrm flipH="1">
                <a:off x="712321" y="90634"/>
                <a:ext cx="1036500" cy="18000"/>
              </a:xfrm>
              <a:prstGeom prst="straightConnector1">
                <a:avLst/>
              </a:prstGeom>
              <a:noFill/>
              <a:ln w="9525" cap="flat" cmpd="sng">
                <a:solidFill>
                  <a:schemeClr val="dk2"/>
                </a:solidFill>
                <a:prstDash val="solid"/>
                <a:round/>
                <a:headEnd type="none" w="med" len="med"/>
                <a:tailEnd type="none" w="med" len="med"/>
              </a:ln>
            </p:spPr>
          </p:cxnSp>
          <p:cxnSp>
            <p:nvCxnSpPr>
              <p:cNvPr id="573" name="Google Shape;573;p11"/>
              <p:cNvCxnSpPr>
                <a:stCxn id="558" idx="7"/>
                <a:endCxn id="563" idx="3"/>
              </p:cNvCxnSpPr>
              <p:nvPr/>
            </p:nvCxnSpPr>
            <p:spPr>
              <a:xfrm flipH="1">
                <a:off x="-659248" y="144801"/>
                <a:ext cx="1090200" cy="771300"/>
              </a:xfrm>
              <a:prstGeom prst="straightConnector1">
                <a:avLst/>
              </a:prstGeom>
              <a:noFill/>
              <a:ln w="9525" cap="flat" cmpd="sng">
                <a:solidFill>
                  <a:schemeClr val="dk2"/>
                </a:solidFill>
                <a:prstDash val="solid"/>
                <a:round/>
                <a:headEnd type="none" w="med" len="med"/>
                <a:tailEnd type="none" w="med" len="med"/>
              </a:ln>
            </p:spPr>
          </p:cxnSp>
          <p:cxnSp>
            <p:nvCxnSpPr>
              <p:cNvPr id="574" name="Google Shape;574;p11"/>
              <p:cNvCxnSpPr>
                <a:stCxn id="559" idx="6"/>
                <a:endCxn id="563" idx="2"/>
              </p:cNvCxnSpPr>
              <p:nvPr/>
            </p:nvCxnSpPr>
            <p:spPr>
              <a:xfrm flipH="1">
                <a:off x="-640937" y="634109"/>
                <a:ext cx="915600" cy="314100"/>
              </a:xfrm>
              <a:prstGeom prst="straightConnector1">
                <a:avLst/>
              </a:prstGeom>
              <a:noFill/>
              <a:ln w="9525" cap="flat" cmpd="sng">
                <a:solidFill>
                  <a:schemeClr val="dk2"/>
                </a:solidFill>
                <a:prstDash val="solid"/>
                <a:round/>
                <a:headEnd type="none" w="med" len="med"/>
                <a:tailEnd type="none" w="med" len="med"/>
              </a:ln>
            </p:spPr>
          </p:cxnSp>
          <p:cxnSp>
            <p:nvCxnSpPr>
              <p:cNvPr id="575" name="Google Shape;575;p11"/>
              <p:cNvCxnSpPr>
                <a:stCxn id="563" idx="0"/>
                <a:endCxn id="557" idx="5"/>
              </p:cNvCxnSpPr>
              <p:nvPr/>
            </p:nvCxnSpPr>
            <p:spPr>
              <a:xfrm flipH="1">
                <a:off x="-820996" y="1002137"/>
                <a:ext cx="138300" cy="1236300"/>
              </a:xfrm>
              <a:prstGeom prst="straightConnector1">
                <a:avLst/>
              </a:prstGeom>
              <a:noFill/>
              <a:ln w="9525" cap="flat" cmpd="sng">
                <a:solidFill>
                  <a:schemeClr val="dk2"/>
                </a:solidFill>
                <a:prstDash val="solid"/>
                <a:round/>
                <a:headEnd type="none" w="med" len="med"/>
                <a:tailEnd type="none" w="med" len="med"/>
              </a:ln>
            </p:spPr>
          </p:cxnSp>
          <p:cxnSp>
            <p:nvCxnSpPr>
              <p:cNvPr id="576" name="Google Shape;576;p11"/>
              <p:cNvCxnSpPr>
                <a:stCxn id="561" idx="5"/>
                <a:endCxn id="563" idx="1"/>
              </p:cNvCxnSpPr>
              <p:nvPr/>
            </p:nvCxnSpPr>
            <p:spPr>
              <a:xfrm rot="10800000">
                <a:off x="-650804" y="983814"/>
                <a:ext cx="1088400" cy="1442100"/>
              </a:xfrm>
              <a:prstGeom prst="straightConnector1">
                <a:avLst/>
              </a:prstGeom>
              <a:noFill/>
              <a:ln w="9525" cap="flat" cmpd="sng">
                <a:solidFill>
                  <a:schemeClr val="dk2"/>
                </a:solidFill>
                <a:prstDash val="solid"/>
                <a:round/>
                <a:headEnd type="none" w="med" len="med"/>
                <a:tailEnd type="none" w="med" len="med"/>
              </a:ln>
            </p:spPr>
          </p:cxnSp>
          <p:cxnSp>
            <p:nvCxnSpPr>
              <p:cNvPr id="577" name="Google Shape;577;p11"/>
              <p:cNvCxnSpPr>
                <a:stCxn id="560" idx="6"/>
                <a:endCxn id="563" idx="1"/>
              </p:cNvCxnSpPr>
              <p:nvPr/>
            </p:nvCxnSpPr>
            <p:spPr>
              <a:xfrm rot="10800000">
                <a:off x="-650693" y="983817"/>
                <a:ext cx="1758000" cy="33000"/>
              </a:xfrm>
              <a:prstGeom prst="straightConnector1">
                <a:avLst/>
              </a:prstGeom>
              <a:noFill/>
              <a:ln w="9525" cap="flat" cmpd="sng">
                <a:solidFill>
                  <a:schemeClr val="dk2"/>
                </a:solidFill>
                <a:prstDash val="solid"/>
                <a:round/>
                <a:headEnd type="none" w="med" len="med"/>
                <a:tailEnd type="none" w="med" len="med"/>
              </a:ln>
            </p:spPr>
          </p:cxnSp>
          <p:cxnSp>
            <p:nvCxnSpPr>
              <p:cNvPr id="578" name="Google Shape;578;p11"/>
              <p:cNvCxnSpPr>
                <a:stCxn id="560" idx="4"/>
                <a:endCxn id="558" idx="1"/>
              </p:cNvCxnSpPr>
              <p:nvPr/>
            </p:nvCxnSpPr>
            <p:spPr>
              <a:xfrm rot="10800000">
                <a:off x="712507" y="108717"/>
                <a:ext cx="504600" cy="765900"/>
              </a:xfrm>
              <a:prstGeom prst="straightConnector1">
                <a:avLst/>
              </a:prstGeom>
              <a:noFill/>
              <a:ln w="9525" cap="flat" cmpd="sng">
                <a:solidFill>
                  <a:schemeClr val="dk2"/>
                </a:solidFill>
                <a:prstDash val="solid"/>
                <a:round/>
                <a:headEnd type="none" w="med" len="med"/>
                <a:tailEnd type="none" w="med" len="med"/>
              </a:ln>
            </p:spPr>
          </p:cxnSp>
          <p:sp>
            <p:nvSpPr>
              <p:cNvPr id="579" name="Google Shape;579;p11"/>
              <p:cNvSpPr/>
              <p:nvPr/>
            </p:nvSpPr>
            <p:spPr>
              <a:xfrm rot="10355821">
                <a:off x="-1188290" y="-540986"/>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80" name="Google Shape;580;p11"/>
              <p:cNvCxnSpPr>
                <a:stCxn id="563" idx="4"/>
                <a:endCxn id="579" idx="1"/>
              </p:cNvCxnSpPr>
              <p:nvPr/>
            </p:nvCxnSpPr>
            <p:spPr>
              <a:xfrm rot="10800000">
                <a:off x="-1071496" y="-436063"/>
                <a:ext cx="376500" cy="1342500"/>
              </a:xfrm>
              <a:prstGeom prst="straightConnector1">
                <a:avLst/>
              </a:prstGeom>
              <a:noFill/>
              <a:ln w="9525" cap="flat" cmpd="sng">
                <a:solidFill>
                  <a:schemeClr val="dk2"/>
                </a:solidFill>
                <a:prstDash val="solid"/>
                <a:round/>
                <a:headEnd type="none" w="med" len="med"/>
                <a:tailEnd type="none" w="med" len="med"/>
              </a:ln>
            </p:spPr>
          </p:cxnSp>
          <p:cxnSp>
            <p:nvCxnSpPr>
              <p:cNvPr id="581" name="Google Shape;581;p11"/>
              <p:cNvCxnSpPr>
                <a:stCxn id="579" idx="1"/>
                <a:endCxn id="558" idx="5"/>
              </p:cNvCxnSpPr>
              <p:nvPr/>
            </p:nvCxnSpPr>
            <p:spPr>
              <a:xfrm>
                <a:off x="-1071443" y="-436018"/>
                <a:ext cx="1466400" cy="299400"/>
              </a:xfrm>
              <a:prstGeom prst="straightConnector1">
                <a:avLst/>
              </a:prstGeom>
              <a:noFill/>
              <a:ln w="9525" cap="flat" cmpd="sng">
                <a:solidFill>
                  <a:schemeClr val="dk2"/>
                </a:solidFill>
                <a:prstDash val="solid"/>
                <a:round/>
                <a:headEnd type="none" w="med" len="med"/>
                <a:tailEnd type="none" w="med" len="med"/>
              </a:ln>
            </p:spPr>
          </p:cxnSp>
          <p:cxnSp>
            <p:nvCxnSpPr>
              <p:cNvPr id="582" name="Google Shape;582;p11"/>
              <p:cNvCxnSpPr>
                <a:stCxn id="579" idx="1"/>
                <a:endCxn id="559" idx="5"/>
              </p:cNvCxnSpPr>
              <p:nvPr/>
            </p:nvCxnSpPr>
            <p:spPr>
              <a:xfrm>
                <a:off x="-1071443" y="-436018"/>
                <a:ext cx="1359000" cy="1022100"/>
              </a:xfrm>
              <a:prstGeom prst="straightConnector1">
                <a:avLst/>
              </a:prstGeom>
              <a:noFill/>
              <a:ln w="9525" cap="flat" cmpd="sng">
                <a:solidFill>
                  <a:schemeClr val="dk2"/>
                </a:solidFill>
                <a:prstDash val="solid"/>
                <a:round/>
                <a:headEnd type="none" w="med" len="med"/>
                <a:tailEnd type="none" w="med" len="med"/>
              </a:ln>
            </p:spPr>
          </p:cxnSp>
          <p:sp>
            <p:nvSpPr>
              <p:cNvPr id="583" name="Google Shape;583;p11"/>
              <p:cNvSpPr/>
              <p:nvPr/>
            </p:nvSpPr>
            <p:spPr>
              <a:xfrm rot="10361165">
                <a:off x="-233691" y="3414341"/>
                <a:ext cx="428890" cy="42889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84" name="Google Shape;584;p11"/>
              <p:cNvCxnSpPr>
                <a:stCxn id="561" idx="0"/>
                <a:endCxn id="583" idx="3"/>
              </p:cNvCxnSpPr>
              <p:nvPr/>
            </p:nvCxnSpPr>
            <p:spPr>
              <a:xfrm flipH="1">
                <a:off x="111850" y="2530339"/>
                <a:ext cx="385800" cy="928800"/>
              </a:xfrm>
              <a:prstGeom prst="straightConnector1">
                <a:avLst/>
              </a:prstGeom>
              <a:noFill/>
              <a:ln w="9525" cap="flat" cmpd="sng">
                <a:solidFill>
                  <a:schemeClr val="dk2"/>
                </a:solidFill>
                <a:prstDash val="solid"/>
                <a:round/>
                <a:headEnd type="none" w="med" len="med"/>
                <a:tailEnd type="none" w="med" len="med"/>
              </a:ln>
            </p:spPr>
          </p:cxnSp>
          <p:cxnSp>
            <p:nvCxnSpPr>
              <p:cNvPr id="585" name="Google Shape;585;p11"/>
              <p:cNvCxnSpPr>
                <a:stCxn id="557" idx="0"/>
                <a:endCxn id="583" idx="5"/>
              </p:cNvCxnSpPr>
              <p:nvPr/>
            </p:nvCxnSpPr>
            <p:spPr>
              <a:xfrm>
                <a:off x="-731455" y="2394604"/>
                <a:ext cx="542400" cy="1103100"/>
              </a:xfrm>
              <a:prstGeom prst="straightConnector1">
                <a:avLst/>
              </a:prstGeom>
              <a:noFill/>
              <a:ln w="9525" cap="flat" cmpd="sng">
                <a:solidFill>
                  <a:schemeClr val="dk2"/>
                </a:solidFill>
                <a:prstDash val="solid"/>
                <a:round/>
                <a:headEnd type="none" w="med" len="med"/>
                <a:tailEnd type="none" w="med" len="med"/>
              </a:ln>
            </p:spPr>
          </p:cxnSp>
        </p:grpSp>
        <p:grpSp>
          <p:nvGrpSpPr>
            <p:cNvPr id="586" name="Google Shape;586;p11"/>
            <p:cNvGrpSpPr/>
            <p:nvPr/>
          </p:nvGrpSpPr>
          <p:grpSpPr>
            <a:xfrm>
              <a:off x="6988759" y="2308882"/>
              <a:ext cx="5696014" cy="4016976"/>
              <a:chOff x="6988759" y="2308882"/>
              <a:chExt cx="5696014" cy="4016976"/>
            </a:xfrm>
          </p:grpSpPr>
          <p:sp>
            <p:nvSpPr>
              <p:cNvPr id="587" name="Google Shape;587;p11"/>
              <p:cNvSpPr/>
              <p:nvPr/>
            </p:nvSpPr>
            <p:spPr>
              <a:xfrm rot="10800000" flipH="1">
                <a:off x="6988759" y="481140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8" name="Google Shape;588;p11"/>
              <p:cNvSpPr/>
              <p:nvPr/>
            </p:nvSpPr>
            <p:spPr>
              <a:xfrm rot="10800000" flipH="1">
                <a:off x="9708881" y="5924735"/>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9" name="Google Shape;589;p11"/>
              <p:cNvSpPr/>
              <p:nvPr/>
            </p:nvSpPr>
            <p:spPr>
              <a:xfrm rot="10800000" flipH="1">
                <a:off x="9274463" y="3379603"/>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0" name="Google Shape;590;p11"/>
              <p:cNvSpPr/>
              <p:nvPr/>
            </p:nvSpPr>
            <p:spPr>
              <a:xfrm rot="10800000" flipH="1">
                <a:off x="8847429" y="5037312"/>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1" name="Google Shape;591;p11"/>
              <p:cNvSpPr/>
              <p:nvPr/>
            </p:nvSpPr>
            <p:spPr>
              <a:xfrm rot="10800000" flipH="1">
                <a:off x="7696942" y="5973758"/>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2" name="Google Shape;592;p11"/>
              <p:cNvSpPr/>
              <p:nvPr/>
            </p:nvSpPr>
            <p:spPr>
              <a:xfrm rot="10800000" flipH="1">
                <a:off x="8847429" y="6195358"/>
                <a:ext cx="130500" cy="130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3" name="Google Shape;593;p11"/>
              <p:cNvSpPr/>
              <p:nvPr/>
            </p:nvSpPr>
            <p:spPr>
              <a:xfrm rot="10800000" flipH="1">
                <a:off x="7958998" y="409569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4" name="Google Shape;594;p11"/>
              <p:cNvSpPr/>
              <p:nvPr/>
            </p:nvSpPr>
            <p:spPr>
              <a:xfrm rot="10800000" flipH="1">
                <a:off x="12588473" y="4375765"/>
                <a:ext cx="96300" cy="96300"/>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5" name="Google Shape;595;p11"/>
              <p:cNvCxnSpPr>
                <a:stCxn id="591" idx="5"/>
                <a:endCxn id="590" idx="1"/>
              </p:cNvCxnSpPr>
              <p:nvPr/>
            </p:nvCxnSpPr>
            <p:spPr>
              <a:xfrm rot="10800000" flipH="1">
                <a:off x="7779139" y="5148761"/>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596" name="Google Shape;596;p11"/>
              <p:cNvCxnSpPr>
                <a:stCxn id="592" idx="4"/>
                <a:endCxn id="590" idx="0"/>
              </p:cNvCxnSpPr>
              <p:nvPr/>
            </p:nvCxnSpPr>
            <p:spPr>
              <a:xfrm rot="10800000">
                <a:off x="8912679" y="5167858"/>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597" name="Google Shape;597;p11"/>
              <p:cNvCxnSpPr>
                <a:stCxn id="587" idx="6"/>
                <a:endCxn id="590" idx="2"/>
              </p:cNvCxnSpPr>
              <p:nvPr/>
            </p:nvCxnSpPr>
            <p:spPr>
              <a:xfrm>
                <a:off x="7183159" y="4908608"/>
                <a:ext cx="1664400" cy="194100"/>
              </a:xfrm>
              <a:prstGeom prst="straightConnector1">
                <a:avLst/>
              </a:prstGeom>
              <a:noFill/>
              <a:ln w="9525" cap="flat" cmpd="sng">
                <a:solidFill>
                  <a:schemeClr val="dk2"/>
                </a:solidFill>
                <a:prstDash val="solid"/>
                <a:round/>
                <a:headEnd type="none" w="med" len="med"/>
                <a:tailEnd type="none" w="med" len="med"/>
              </a:ln>
            </p:spPr>
          </p:cxnSp>
          <p:cxnSp>
            <p:nvCxnSpPr>
              <p:cNvPr id="598" name="Google Shape;598;p11"/>
              <p:cNvCxnSpPr>
                <a:stCxn id="587" idx="0"/>
                <a:endCxn id="591" idx="3"/>
              </p:cNvCxnSpPr>
              <p:nvPr/>
            </p:nvCxnSpPr>
            <p:spPr>
              <a:xfrm>
                <a:off x="7085959" y="5005808"/>
                <a:ext cx="625200" cy="982200"/>
              </a:xfrm>
              <a:prstGeom prst="straightConnector1">
                <a:avLst/>
              </a:prstGeom>
              <a:noFill/>
              <a:ln w="9525" cap="flat" cmpd="sng">
                <a:solidFill>
                  <a:schemeClr val="dk2"/>
                </a:solidFill>
                <a:prstDash val="solid"/>
                <a:round/>
                <a:headEnd type="none" w="med" len="med"/>
                <a:tailEnd type="none" w="med" len="med"/>
              </a:ln>
            </p:spPr>
          </p:cxnSp>
          <p:cxnSp>
            <p:nvCxnSpPr>
              <p:cNvPr id="599" name="Google Shape;599;p11"/>
              <p:cNvCxnSpPr>
                <a:stCxn id="591" idx="7"/>
                <a:endCxn id="592" idx="2"/>
              </p:cNvCxnSpPr>
              <p:nvPr/>
            </p:nvCxnSpPr>
            <p:spPr>
              <a:xfrm>
                <a:off x="7779139" y="6055955"/>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600" name="Google Shape;600;p11"/>
              <p:cNvCxnSpPr>
                <a:stCxn id="592" idx="6"/>
                <a:endCxn id="588" idx="2"/>
              </p:cNvCxnSpPr>
              <p:nvPr/>
            </p:nvCxnSpPr>
            <p:spPr>
              <a:xfrm rot="10800000" flipH="1">
                <a:off x="8977929" y="6021808"/>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601" name="Google Shape;601;p11"/>
              <p:cNvCxnSpPr>
                <a:stCxn id="590" idx="7"/>
                <a:endCxn id="588" idx="3"/>
              </p:cNvCxnSpPr>
              <p:nvPr/>
            </p:nvCxnSpPr>
            <p:spPr>
              <a:xfrm>
                <a:off x="8958818" y="5148700"/>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602" name="Google Shape;602;p11"/>
              <p:cNvCxnSpPr>
                <a:stCxn id="587" idx="5"/>
                <a:endCxn id="593" idx="1"/>
              </p:cNvCxnSpPr>
              <p:nvPr/>
            </p:nvCxnSpPr>
            <p:spPr>
              <a:xfrm rot="10800000" flipH="1">
                <a:off x="7154690" y="4207177"/>
                <a:ext cx="823500" cy="632700"/>
              </a:xfrm>
              <a:prstGeom prst="straightConnector1">
                <a:avLst/>
              </a:prstGeom>
              <a:noFill/>
              <a:ln w="9525" cap="flat" cmpd="sng">
                <a:solidFill>
                  <a:schemeClr val="dk2"/>
                </a:solidFill>
                <a:prstDash val="solid"/>
                <a:round/>
                <a:headEnd type="none" w="med" len="med"/>
                <a:tailEnd type="none" w="med" len="med"/>
              </a:ln>
            </p:spPr>
          </p:cxnSp>
          <p:cxnSp>
            <p:nvCxnSpPr>
              <p:cNvPr id="603" name="Google Shape;603;p11"/>
              <p:cNvCxnSpPr>
                <a:stCxn id="593" idx="7"/>
                <a:endCxn id="590" idx="3"/>
              </p:cNvCxnSpPr>
              <p:nvPr/>
            </p:nvCxnSpPr>
            <p:spPr>
              <a:xfrm>
                <a:off x="8070387" y="4207078"/>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604" name="Google Shape;604;p11"/>
              <p:cNvCxnSpPr>
                <a:stCxn id="593" idx="7"/>
                <a:endCxn id="589" idx="1"/>
              </p:cNvCxnSpPr>
              <p:nvPr/>
            </p:nvCxnSpPr>
            <p:spPr>
              <a:xfrm rot="10800000" flipH="1">
                <a:off x="8070387" y="3722278"/>
                <a:ext cx="1263000" cy="484800"/>
              </a:xfrm>
              <a:prstGeom prst="straightConnector1">
                <a:avLst/>
              </a:prstGeom>
              <a:noFill/>
              <a:ln w="9525" cap="flat" cmpd="sng">
                <a:solidFill>
                  <a:schemeClr val="dk2"/>
                </a:solidFill>
                <a:prstDash val="solid"/>
                <a:round/>
                <a:headEnd type="none" w="med" len="med"/>
                <a:tailEnd type="none" w="med" len="med"/>
              </a:ln>
            </p:spPr>
          </p:cxnSp>
          <p:cxnSp>
            <p:nvCxnSpPr>
              <p:cNvPr id="605" name="Google Shape;605;p11"/>
              <p:cNvCxnSpPr>
                <a:stCxn id="589" idx="0"/>
                <a:endCxn id="590" idx="5"/>
              </p:cNvCxnSpPr>
              <p:nvPr/>
            </p:nvCxnSpPr>
            <p:spPr>
              <a:xfrm flipH="1">
                <a:off x="8958863" y="3781003"/>
                <a:ext cx="516300" cy="1275300"/>
              </a:xfrm>
              <a:prstGeom prst="straightConnector1">
                <a:avLst/>
              </a:prstGeom>
              <a:noFill/>
              <a:ln w="9525" cap="flat" cmpd="sng">
                <a:solidFill>
                  <a:schemeClr val="dk2"/>
                </a:solidFill>
                <a:prstDash val="solid"/>
                <a:round/>
                <a:headEnd type="none" w="med" len="med"/>
                <a:tailEnd type="none" w="med" len="med"/>
              </a:ln>
            </p:spPr>
          </p:cxnSp>
          <p:cxnSp>
            <p:nvCxnSpPr>
              <p:cNvPr id="606" name="Google Shape;606;p11"/>
              <p:cNvCxnSpPr>
                <a:stCxn id="594" idx="1"/>
                <a:endCxn id="588" idx="5"/>
              </p:cNvCxnSpPr>
              <p:nvPr/>
            </p:nvCxnSpPr>
            <p:spPr>
              <a:xfrm flipH="1">
                <a:off x="9874676" y="4457962"/>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607" name="Google Shape;607;p11"/>
              <p:cNvCxnSpPr>
                <a:stCxn id="591" idx="6"/>
                <a:endCxn id="594" idx="1"/>
              </p:cNvCxnSpPr>
              <p:nvPr/>
            </p:nvCxnSpPr>
            <p:spPr>
              <a:xfrm rot="10800000" flipH="1">
                <a:off x="7793242" y="4458008"/>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608" name="Google Shape;608;p11"/>
              <p:cNvCxnSpPr>
                <a:stCxn id="588" idx="4"/>
                <a:endCxn id="589" idx="0"/>
              </p:cNvCxnSpPr>
              <p:nvPr/>
            </p:nvCxnSpPr>
            <p:spPr>
              <a:xfrm rot="10800000">
                <a:off x="9475181" y="3780935"/>
                <a:ext cx="330900" cy="2143800"/>
              </a:xfrm>
              <a:prstGeom prst="straightConnector1">
                <a:avLst/>
              </a:prstGeom>
              <a:noFill/>
              <a:ln w="9525" cap="flat" cmpd="sng">
                <a:solidFill>
                  <a:schemeClr val="dk2"/>
                </a:solidFill>
                <a:prstDash val="solid"/>
                <a:round/>
                <a:headEnd type="none" w="med" len="med"/>
                <a:tailEnd type="none" w="med" len="med"/>
              </a:ln>
            </p:spPr>
          </p:cxnSp>
          <p:sp>
            <p:nvSpPr>
              <p:cNvPr id="609" name="Google Shape;609;p11"/>
              <p:cNvSpPr/>
              <p:nvPr/>
            </p:nvSpPr>
            <p:spPr>
              <a:xfrm rot="10800000" flipH="1">
                <a:off x="11005448" y="376185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10" name="Google Shape;610;p11"/>
              <p:cNvCxnSpPr>
                <a:stCxn id="594" idx="2"/>
                <a:endCxn id="609" idx="7"/>
              </p:cNvCxnSpPr>
              <p:nvPr/>
            </p:nvCxnSpPr>
            <p:spPr>
              <a:xfrm rot="10800000">
                <a:off x="11116973" y="3873115"/>
                <a:ext cx="1471500" cy="550800"/>
              </a:xfrm>
              <a:prstGeom prst="straightConnector1">
                <a:avLst/>
              </a:prstGeom>
              <a:noFill/>
              <a:ln w="9525" cap="flat" cmpd="sng">
                <a:solidFill>
                  <a:schemeClr val="dk2"/>
                </a:solidFill>
                <a:prstDash val="solid"/>
                <a:round/>
                <a:headEnd type="none" w="med" len="med"/>
                <a:tailEnd type="none" w="med" len="med"/>
              </a:ln>
            </p:spPr>
          </p:cxnSp>
          <p:cxnSp>
            <p:nvCxnSpPr>
              <p:cNvPr id="611" name="Google Shape;611;p11"/>
              <p:cNvCxnSpPr>
                <a:stCxn id="609" idx="2"/>
                <a:endCxn id="589" idx="6"/>
              </p:cNvCxnSpPr>
              <p:nvPr/>
            </p:nvCxnSpPr>
            <p:spPr>
              <a:xfrm rot="10800000">
                <a:off x="9675848" y="3580200"/>
                <a:ext cx="1329600" cy="246900"/>
              </a:xfrm>
              <a:prstGeom prst="straightConnector1">
                <a:avLst/>
              </a:prstGeom>
              <a:noFill/>
              <a:ln w="9525" cap="flat" cmpd="sng">
                <a:solidFill>
                  <a:schemeClr val="dk2"/>
                </a:solidFill>
                <a:prstDash val="solid"/>
                <a:round/>
                <a:headEnd type="none" w="med" len="med"/>
                <a:tailEnd type="none" w="med" len="med"/>
              </a:ln>
            </p:spPr>
          </p:cxnSp>
          <p:cxnSp>
            <p:nvCxnSpPr>
              <p:cNvPr id="612" name="Google Shape;612;p11"/>
              <p:cNvCxnSpPr>
                <a:stCxn id="609" idx="0"/>
                <a:endCxn id="588" idx="4"/>
              </p:cNvCxnSpPr>
              <p:nvPr/>
            </p:nvCxnSpPr>
            <p:spPr>
              <a:xfrm flipH="1">
                <a:off x="9806198" y="3892350"/>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613" name="Google Shape;613;p11"/>
              <p:cNvCxnSpPr>
                <a:stCxn id="609" idx="1"/>
                <a:endCxn id="590" idx="5"/>
              </p:cNvCxnSpPr>
              <p:nvPr/>
            </p:nvCxnSpPr>
            <p:spPr>
              <a:xfrm flipH="1">
                <a:off x="8958759" y="3873239"/>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614" name="Google Shape;614;p11"/>
              <p:cNvSpPr/>
              <p:nvPr/>
            </p:nvSpPr>
            <p:spPr>
              <a:xfrm rot="10800000" flipH="1">
                <a:off x="8260191" y="2787257"/>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15" name="Google Shape;615;p11"/>
              <p:cNvCxnSpPr>
                <a:stCxn id="589" idx="3"/>
                <a:endCxn id="614" idx="7"/>
              </p:cNvCxnSpPr>
              <p:nvPr/>
            </p:nvCxnSpPr>
            <p:spPr>
              <a:xfrm rot="10800000">
                <a:off x="8426047" y="2953287"/>
                <a:ext cx="907200" cy="485100"/>
              </a:xfrm>
              <a:prstGeom prst="straightConnector1">
                <a:avLst/>
              </a:prstGeom>
              <a:noFill/>
              <a:ln w="9525" cap="flat" cmpd="sng">
                <a:solidFill>
                  <a:schemeClr val="dk2"/>
                </a:solidFill>
                <a:prstDash val="solid"/>
                <a:round/>
                <a:headEnd type="none" w="med" len="med"/>
                <a:tailEnd type="none" w="med" len="med"/>
              </a:ln>
            </p:spPr>
          </p:cxnSp>
          <p:cxnSp>
            <p:nvCxnSpPr>
              <p:cNvPr id="616" name="Google Shape;616;p11"/>
              <p:cNvCxnSpPr>
                <a:stCxn id="614" idx="0"/>
                <a:endCxn id="593" idx="4"/>
              </p:cNvCxnSpPr>
              <p:nvPr/>
            </p:nvCxnSpPr>
            <p:spPr>
              <a:xfrm flipH="1">
                <a:off x="8024391" y="2981657"/>
                <a:ext cx="333000" cy="1113900"/>
              </a:xfrm>
              <a:prstGeom prst="straightConnector1">
                <a:avLst/>
              </a:prstGeom>
              <a:noFill/>
              <a:ln w="9525" cap="flat" cmpd="sng">
                <a:solidFill>
                  <a:schemeClr val="dk2"/>
                </a:solidFill>
                <a:prstDash val="solid"/>
                <a:round/>
                <a:headEnd type="none" w="med" len="med"/>
                <a:tailEnd type="none" w="med" len="med"/>
              </a:ln>
            </p:spPr>
          </p:cxnSp>
          <p:sp>
            <p:nvSpPr>
              <p:cNvPr id="617" name="Google Shape;617;p11"/>
              <p:cNvSpPr/>
              <p:nvPr/>
            </p:nvSpPr>
            <p:spPr>
              <a:xfrm rot="10800000" flipH="1">
                <a:off x="7973826" y="4652423"/>
                <a:ext cx="249300" cy="249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18" name="Google Shape;618;p11"/>
              <p:cNvCxnSpPr>
                <a:stCxn id="587" idx="6"/>
                <a:endCxn id="617" idx="2"/>
              </p:cNvCxnSpPr>
              <p:nvPr/>
            </p:nvCxnSpPr>
            <p:spPr>
              <a:xfrm rot="10800000" flipH="1">
                <a:off x="7183159" y="4777208"/>
                <a:ext cx="790800" cy="131400"/>
              </a:xfrm>
              <a:prstGeom prst="straightConnector1">
                <a:avLst/>
              </a:prstGeom>
              <a:noFill/>
              <a:ln w="9525" cap="flat" cmpd="sng">
                <a:solidFill>
                  <a:schemeClr val="dk2"/>
                </a:solidFill>
                <a:prstDash val="solid"/>
                <a:round/>
                <a:headEnd type="none" w="med" len="med"/>
                <a:tailEnd type="none" w="med" len="med"/>
              </a:ln>
            </p:spPr>
          </p:cxnSp>
          <p:cxnSp>
            <p:nvCxnSpPr>
              <p:cNvPr id="619" name="Google Shape;619;p11"/>
              <p:cNvCxnSpPr>
                <a:stCxn id="593" idx="0"/>
                <a:endCxn id="617" idx="4"/>
              </p:cNvCxnSpPr>
              <p:nvPr/>
            </p:nvCxnSpPr>
            <p:spPr>
              <a:xfrm>
                <a:off x="8024248" y="4226190"/>
                <a:ext cx="74100" cy="426300"/>
              </a:xfrm>
              <a:prstGeom prst="straightConnector1">
                <a:avLst/>
              </a:prstGeom>
              <a:noFill/>
              <a:ln w="9525" cap="flat" cmpd="sng">
                <a:solidFill>
                  <a:schemeClr val="dk2"/>
                </a:solidFill>
                <a:prstDash val="solid"/>
                <a:round/>
                <a:headEnd type="none" w="med" len="med"/>
                <a:tailEnd type="none" w="med" len="med"/>
              </a:ln>
            </p:spPr>
          </p:cxnSp>
          <p:cxnSp>
            <p:nvCxnSpPr>
              <p:cNvPr id="620" name="Google Shape;620;p11"/>
              <p:cNvCxnSpPr>
                <a:stCxn id="617" idx="6"/>
                <a:endCxn id="590" idx="3"/>
              </p:cNvCxnSpPr>
              <p:nvPr/>
            </p:nvCxnSpPr>
            <p:spPr>
              <a:xfrm>
                <a:off x="8223126" y="4777073"/>
                <a:ext cx="643500" cy="279300"/>
              </a:xfrm>
              <a:prstGeom prst="straightConnector1">
                <a:avLst/>
              </a:prstGeom>
              <a:noFill/>
              <a:ln w="9525" cap="flat" cmpd="sng">
                <a:solidFill>
                  <a:schemeClr val="dk2"/>
                </a:solidFill>
                <a:prstDash val="solid"/>
                <a:round/>
                <a:headEnd type="none" w="med" len="med"/>
                <a:tailEnd type="none" w="med" len="med"/>
              </a:ln>
            </p:spPr>
          </p:cxnSp>
          <p:sp>
            <p:nvSpPr>
              <p:cNvPr id="621" name="Google Shape;621;p11"/>
              <p:cNvSpPr/>
              <p:nvPr/>
            </p:nvSpPr>
            <p:spPr>
              <a:xfrm rot="10800000" flipH="1">
                <a:off x="8782441" y="2308882"/>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22" name="Google Shape;622;p11"/>
              <p:cNvCxnSpPr>
                <a:stCxn id="614" idx="5"/>
                <a:endCxn id="621" idx="1"/>
              </p:cNvCxnSpPr>
              <p:nvPr/>
            </p:nvCxnSpPr>
            <p:spPr>
              <a:xfrm rot="10800000" flipH="1">
                <a:off x="8426122" y="2474926"/>
                <a:ext cx="384900" cy="340800"/>
              </a:xfrm>
              <a:prstGeom prst="straightConnector1">
                <a:avLst/>
              </a:prstGeom>
              <a:noFill/>
              <a:ln w="9525" cap="flat" cmpd="sng">
                <a:solidFill>
                  <a:schemeClr val="dk2"/>
                </a:solidFill>
                <a:prstDash val="solid"/>
                <a:round/>
                <a:headEnd type="none" w="med" len="med"/>
                <a:tailEnd type="none" w="med" len="med"/>
              </a:ln>
            </p:spPr>
          </p:cxnSp>
          <p:cxnSp>
            <p:nvCxnSpPr>
              <p:cNvPr id="623" name="Google Shape;623;p11"/>
              <p:cNvCxnSpPr>
                <a:stCxn id="621" idx="7"/>
                <a:endCxn id="589" idx="3"/>
              </p:cNvCxnSpPr>
              <p:nvPr/>
            </p:nvCxnSpPr>
            <p:spPr>
              <a:xfrm>
                <a:off x="8948372" y="2474812"/>
                <a:ext cx="384900" cy="963600"/>
              </a:xfrm>
              <a:prstGeom prst="straightConnector1">
                <a:avLst/>
              </a:prstGeom>
              <a:noFill/>
              <a:ln w="9525" cap="flat" cmpd="sng">
                <a:solidFill>
                  <a:schemeClr val="dk2"/>
                </a:solidFill>
                <a:prstDash val="solid"/>
                <a:round/>
                <a:headEnd type="none" w="med" len="med"/>
                <a:tailEnd type="none" w="med" len="med"/>
              </a:ln>
            </p:spPr>
          </p:cxnSp>
          <p:sp>
            <p:nvSpPr>
              <p:cNvPr id="624" name="Google Shape;624;p11"/>
              <p:cNvSpPr/>
              <p:nvPr/>
            </p:nvSpPr>
            <p:spPr>
              <a:xfrm rot="10800000" flipH="1">
                <a:off x="8521366" y="3414207"/>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25" name="Google Shape;625;p11"/>
              <p:cNvCxnSpPr>
                <a:stCxn id="614" idx="0"/>
                <a:endCxn id="624" idx="3"/>
              </p:cNvCxnSpPr>
              <p:nvPr/>
            </p:nvCxnSpPr>
            <p:spPr>
              <a:xfrm>
                <a:off x="8357391" y="2981657"/>
                <a:ext cx="192300" cy="461100"/>
              </a:xfrm>
              <a:prstGeom prst="straightConnector1">
                <a:avLst/>
              </a:prstGeom>
              <a:noFill/>
              <a:ln w="9525" cap="flat" cmpd="sng">
                <a:solidFill>
                  <a:schemeClr val="dk2"/>
                </a:solidFill>
                <a:prstDash val="solid"/>
                <a:round/>
                <a:headEnd type="none" w="med" len="med"/>
                <a:tailEnd type="none" w="med" len="med"/>
              </a:ln>
            </p:spPr>
          </p:cxnSp>
          <p:cxnSp>
            <p:nvCxnSpPr>
              <p:cNvPr id="626" name="Google Shape;626;p11"/>
              <p:cNvCxnSpPr>
                <a:stCxn id="624" idx="1"/>
                <a:endCxn id="593" idx="5"/>
              </p:cNvCxnSpPr>
              <p:nvPr/>
            </p:nvCxnSpPr>
            <p:spPr>
              <a:xfrm flipH="1">
                <a:off x="8070435" y="3580137"/>
                <a:ext cx="479400" cy="534600"/>
              </a:xfrm>
              <a:prstGeom prst="straightConnector1">
                <a:avLst/>
              </a:prstGeom>
              <a:noFill/>
              <a:ln w="9525" cap="flat" cmpd="sng">
                <a:solidFill>
                  <a:schemeClr val="dk2"/>
                </a:solidFill>
                <a:prstDash val="solid"/>
                <a:round/>
                <a:headEnd type="none" w="med" len="med"/>
                <a:tailEnd type="none" w="med" len="med"/>
              </a:ln>
            </p:spPr>
          </p:cxnSp>
          <p:cxnSp>
            <p:nvCxnSpPr>
              <p:cNvPr id="627" name="Google Shape;627;p11"/>
              <p:cNvCxnSpPr>
                <a:stCxn id="624" idx="6"/>
                <a:endCxn id="589" idx="2"/>
              </p:cNvCxnSpPr>
              <p:nvPr/>
            </p:nvCxnSpPr>
            <p:spPr>
              <a:xfrm>
                <a:off x="8715766" y="3511407"/>
                <a:ext cx="558600" cy="690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2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071"/>
        <p:cNvGrpSpPr/>
        <p:nvPr/>
      </p:nvGrpSpPr>
      <p:grpSpPr>
        <a:xfrm>
          <a:off x="0" y="0"/>
          <a:ext cx="0" cy="0"/>
          <a:chOff x="0" y="0"/>
          <a:chExt cx="0" cy="0"/>
        </a:xfrm>
      </p:grpSpPr>
      <p:sp>
        <p:nvSpPr>
          <p:cNvPr id="1072" name="Google Shape;107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73" name="Google Shape;1073;p19"/>
          <p:cNvSpPr txBox="1">
            <a:spLocks noGrp="1"/>
          </p:cNvSpPr>
          <p:nvPr>
            <p:ph type="subTitle" idx="1"/>
          </p:nvPr>
        </p:nvSpPr>
        <p:spPr>
          <a:xfrm>
            <a:off x="1574375"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4" name="Google Shape;1074;p19"/>
          <p:cNvSpPr txBox="1">
            <a:spLocks noGrp="1"/>
          </p:cNvSpPr>
          <p:nvPr>
            <p:ph type="subTitle" idx="2"/>
          </p:nvPr>
        </p:nvSpPr>
        <p:spPr>
          <a:xfrm>
            <a:off x="5500976"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5" name="Google Shape;1075;p19"/>
          <p:cNvSpPr txBox="1">
            <a:spLocks noGrp="1"/>
          </p:cNvSpPr>
          <p:nvPr>
            <p:ph type="subTitle" idx="3"/>
          </p:nvPr>
        </p:nvSpPr>
        <p:spPr>
          <a:xfrm>
            <a:off x="1574375"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6" name="Google Shape;1076;p19"/>
          <p:cNvSpPr txBox="1">
            <a:spLocks noGrp="1"/>
          </p:cNvSpPr>
          <p:nvPr>
            <p:ph type="subTitle" idx="4"/>
          </p:nvPr>
        </p:nvSpPr>
        <p:spPr>
          <a:xfrm>
            <a:off x="5500976"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7" name="Google Shape;1077;p19"/>
          <p:cNvSpPr txBox="1">
            <a:spLocks noGrp="1"/>
          </p:cNvSpPr>
          <p:nvPr>
            <p:ph type="title" idx="5" hasCustomPrompt="1"/>
          </p:nvPr>
        </p:nvSpPr>
        <p:spPr>
          <a:xfrm>
            <a:off x="7582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a:spLocks noGrp="1"/>
          </p:cNvSpPr>
          <p:nvPr>
            <p:ph type="title" idx="6" hasCustomPrompt="1"/>
          </p:nvPr>
        </p:nvSpPr>
        <p:spPr>
          <a:xfrm>
            <a:off x="7582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a:spLocks noGrp="1"/>
          </p:cNvSpPr>
          <p:nvPr>
            <p:ph type="title" idx="7" hasCustomPrompt="1"/>
          </p:nvPr>
        </p:nvSpPr>
        <p:spPr>
          <a:xfrm>
            <a:off x="46850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a:spLocks noGrp="1"/>
          </p:cNvSpPr>
          <p:nvPr>
            <p:ph type="title" idx="8" hasCustomPrompt="1"/>
          </p:nvPr>
        </p:nvSpPr>
        <p:spPr>
          <a:xfrm>
            <a:off x="46850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a:spLocks noGrp="1"/>
          </p:cNvSpPr>
          <p:nvPr>
            <p:ph type="subTitle" idx="9"/>
          </p:nvPr>
        </p:nvSpPr>
        <p:spPr>
          <a:xfrm>
            <a:off x="15743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2" name="Google Shape;1082;p19"/>
          <p:cNvSpPr txBox="1">
            <a:spLocks noGrp="1"/>
          </p:cNvSpPr>
          <p:nvPr>
            <p:ph type="subTitle" idx="13"/>
          </p:nvPr>
        </p:nvSpPr>
        <p:spPr>
          <a:xfrm>
            <a:off x="55009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3" name="Google Shape;1083;p19"/>
          <p:cNvSpPr txBox="1">
            <a:spLocks noGrp="1"/>
          </p:cNvSpPr>
          <p:nvPr>
            <p:ph type="subTitle" idx="14"/>
          </p:nvPr>
        </p:nvSpPr>
        <p:spPr>
          <a:xfrm>
            <a:off x="15743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4" name="Google Shape;1084;p19"/>
          <p:cNvSpPr txBox="1">
            <a:spLocks noGrp="1"/>
          </p:cNvSpPr>
          <p:nvPr>
            <p:ph type="subTitle" idx="15"/>
          </p:nvPr>
        </p:nvSpPr>
        <p:spPr>
          <a:xfrm>
            <a:off x="55009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rot="10800000" flipH="1">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090" name="Google Shape;1090;p19"/>
            <p:cNvGrpSpPr/>
            <p:nvPr/>
          </p:nvGrpSpPr>
          <p:grpSpPr>
            <a:xfrm rot="10800000" flipH="1">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rot="10800000" flipH="1">
                <a:off x="421801" y="-63292"/>
                <a:ext cx="2023800" cy="476400"/>
              </a:xfrm>
              <a:prstGeom prst="straightConnector1">
                <a:avLst/>
              </a:prstGeom>
              <a:noFill/>
              <a:ln w="9525" cap="flat" cmpd="sng">
                <a:solidFill>
                  <a:schemeClr val="dk2"/>
                </a:solidFill>
                <a:prstDash val="solid"/>
                <a:round/>
                <a:headEnd type="none" w="med" len="med"/>
                <a:tailEnd type="none" w="med" len="med"/>
              </a:ln>
            </p:spPr>
          </p:cxnSp>
          <p:sp>
            <p:nvSpPr>
              <p:cNvPr id="1099" name="Google Shape;1099;p19"/>
              <p:cNvSpPr/>
              <p:nvPr/>
            </p:nvSpPr>
            <p:spPr>
              <a:xfrm>
                <a:off x="2445550" y="-142081"/>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w="9525" cap="flat" cmpd="sng">
                <a:solidFill>
                  <a:schemeClr val="dk2"/>
                </a:solidFill>
                <a:prstDash val="solid"/>
                <a:round/>
                <a:headEnd type="none" w="med" len="med"/>
                <a:tailEnd type="none" w="med" len="med"/>
              </a:ln>
            </p:spPr>
          </p:cxnSp>
          <p:cxnSp>
            <p:nvCxnSpPr>
              <p:cNvPr id="1105" name="Google Shape;1105;p19"/>
              <p:cNvCxnSpPr>
                <a:stCxn id="1102" idx="4"/>
                <a:endCxn id="1101" idx="0"/>
              </p:cNvCxnSpPr>
              <p:nvPr/>
            </p:nvCxnSpPr>
            <p:spPr>
              <a:xfrm>
                <a:off x="169176" y="973437"/>
                <a:ext cx="0" cy="1519500"/>
              </a:xfrm>
              <a:prstGeom prst="straightConnector1">
                <a:avLst/>
              </a:prstGeom>
              <a:noFill/>
              <a:ln w="9525" cap="flat" cmpd="sng">
                <a:solidFill>
                  <a:schemeClr val="dk2"/>
                </a:solidFill>
                <a:prstDash val="solid"/>
                <a:round/>
                <a:headEnd type="none" w="med" len="med"/>
                <a:tailEnd type="none" w="med" len="med"/>
              </a:ln>
            </p:spPr>
          </p:cxnSp>
          <p:cxnSp>
            <p:nvCxnSpPr>
              <p:cNvPr id="1106" name="Google Shape;1106;p19"/>
              <p:cNvCxnSpPr>
                <a:stCxn id="1102" idx="5"/>
                <a:endCxn id="1103" idx="1"/>
              </p:cNvCxnSpPr>
              <p:nvPr/>
            </p:nvCxnSpPr>
            <p:spPr>
              <a:xfrm>
                <a:off x="199829" y="960741"/>
                <a:ext cx="204000" cy="3795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w="9525" cap="flat" cmpd="sng">
                <a:solidFill>
                  <a:schemeClr val="dk2"/>
                </a:solidFill>
                <a:prstDash val="solid"/>
                <a:round/>
                <a:headEnd type="none" w="med" len="med"/>
                <a:tailEnd type="none" w="med" len="med"/>
              </a:ln>
            </p:spPr>
          </p:cxnSp>
          <p:cxnSp>
            <p:nvCxnSpPr>
              <p:cNvPr id="1108" name="Google Shape;1108;p19"/>
              <p:cNvCxnSpPr>
                <a:stCxn id="1102" idx="7"/>
                <a:endCxn id="1098" idx="3"/>
              </p:cNvCxnSpPr>
              <p:nvPr/>
            </p:nvCxnSpPr>
            <p:spPr>
              <a:xfrm rot="10800000" flipH="1">
                <a:off x="1998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1109" name="Google Shape;1109;p19"/>
              <p:cNvCxnSpPr>
                <a:stCxn id="1100" idx="5"/>
                <a:endCxn id="1098" idx="0"/>
              </p:cNvCxnSpPr>
              <p:nvPr/>
            </p:nvCxnSpPr>
            <p:spPr>
              <a:xfrm>
                <a:off x="196080" y="-536782"/>
                <a:ext cx="182400" cy="906600"/>
              </a:xfrm>
              <a:prstGeom prst="straightConnector1">
                <a:avLst/>
              </a:prstGeom>
              <a:noFill/>
              <a:ln w="9525" cap="flat" cmpd="sng">
                <a:solidFill>
                  <a:schemeClr val="dk2"/>
                </a:solidFill>
                <a:prstDash val="solid"/>
                <a:round/>
                <a:headEnd type="none" w="med" len="med"/>
                <a:tailEnd type="none" w="med" len="med"/>
              </a:ln>
            </p:spPr>
          </p:cxnSp>
          <p:cxnSp>
            <p:nvCxnSpPr>
              <p:cNvPr id="1110" name="Google Shape;1110;p19"/>
              <p:cNvCxnSpPr>
                <a:stCxn id="1100" idx="6"/>
                <a:endCxn id="1099" idx="2"/>
              </p:cNvCxnSpPr>
              <p:nvPr/>
            </p:nvCxnSpPr>
            <p:spPr>
              <a:xfrm>
                <a:off x="219146" y="-592467"/>
                <a:ext cx="2226300" cy="529200"/>
              </a:xfrm>
              <a:prstGeom prst="straightConnector1">
                <a:avLst/>
              </a:prstGeom>
              <a:noFill/>
              <a:ln w="9525" cap="flat" cmpd="sng">
                <a:solidFill>
                  <a:schemeClr val="dk2"/>
                </a:solidFill>
                <a:prstDash val="solid"/>
                <a:round/>
                <a:headEnd type="none" w="med" len="med"/>
                <a:tailEnd type="none" w="med" len="med"/>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w="9525" cap="flat" cmpd="sng">
                <a:solidFill>
                  <a:schemeClr val="dk2"/>
                </a:solidFill>
                <a:prstDash val="solid"/>
                <a:round/>
                <a:headEnd type="none" w="med" len="med"/>
                <a:tailEnd type="none" w="med" len="med"/>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w="9525" cap="flat" cmpd="sng">
                <a:solidFill>
                  <a:schemeClr val="dk2"/>
                </a:solidFill>
                <a:prstDash val="solid"/>
                <a:round/>
                <a:headEnd type="none" w="med" len="med"/>
                <a:tailEnd type="none" w="med" len="med"/>
              </a:ln>
            </p:spPr>
          </p:cxnSp>
          <p:cxnSp>
            <p:nvCxnSpPr>
              <p:cNvPr id="1114" name="Google Shape;1114;p19"/>
              <p:cNvCxnSpPr>
                <a:stCxn id="1103" idx="0"/>
                <a:endCxn id="1112" idx="3"/>
              </p:cNvCxnSpPr>
              <p:nvPr/>
            </p:nvCxnSpPr>
            <p:spPr>
              <a:xfrm rot="10800000" flipH="1">
                <a:off x="454649" y="268188"/>
                <a:ext cx="342000" cy="1049100"/>
              </a:xfrm>
              <a:prstGeom prst="straightConnector1">
                <a:avLst/>
              </a:prstGeom>
              <a:noFill/>
              <a:ln w="9525" cap="flat" cmpd="sng">
                <a:solidFill>
                  <a:schemeClr val="dk2"/>
                </a:solidFill>
                <a:prstDash val="solid"/>
                <a:round/>
                <a:headEnd type="none" w="med" len="med"/>
                <a:tailEnd type="none" w="med" len="med"/>
              </a:ln>
            </p:spPr>
          </p:cxnSp>
          <p:sp>
            <p:nvSpPr>
              <p:cNvPr id="1115" name="Google Shape;1115;p19"/>
              <p:cNvSpPr/>
              <p:nvPr/>
            </p:nvSpPr>
            <p:spPr>
              <a:xfrm>
                <a:off x="987225" y="-92131"/>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w="9525" cap="flat" cmpd="sng">
                <a:solidFill>
                  <a:schemeClr val="dk2"/>
                </a:solidFill>
                <a:prstDash val="solid"/>
                <a:round/>
                <a:headEnd type="none" w="med" len="med"/>
                <a:tailEnd type="none" w="med" len="med"/>
              </a:ln>
            </p:spPr>
          </p:cxnSp>
          <p:cxnSp>
            <p:nvCxnSpPr>
              <p:cNvPr id="1117" name="Google Shape;1117;p19"/>
              <p:cNvCxnSpPr>
                <a:stCxn id="1112" idx="7"/>
                <a:endCxn id="1115" idx="3"/>
              </p:cNvCxnSpPr>
              <p:nvPr/>
            </p:nvCxnSpPr>
            <p:spPr>
              <a:xfrm rot="10800000" flipH="1">
                <a:off x="877592" y="42220"/>
                <a:ext cx="132600" cy="144900"/>
              </a:xfrm>
              <a:prstGeom prst="straightConnector1">
                <a:avLst/>
              </a:prstGeom>
              <a:noFill/>
              <a:ln w="9525" cap="flat" cmpd="sng">
                <a:solidFill>
                  <a:schemeClr val="dk2"/>
                </a:solidFill>
                <a:prstDash val="solid"/>
                <a:round/>
                <a:headEnd type="none" w="med" len="med"/>
                <a:tailEnd type="none" w="med" len="med"/>
              </a:ln>
            </p:spPr>
          </p:cxnSp>
          <p:cxnSp>
            <p:nvCxnSpPr>
              <p:cNvPr id="1118" name="Google Shape;1118;p19"/>
              <p:cNvCxnSpPr>
                <a:stCxn id="1115" idx="6"/>
                <a:endCxn id="1099" idx="2"/>
              </p:cNvCxnSpPr>
              <p:nvPr/>
            </p:nvCxnSpPr>
            <p:spPr>
              <a:xfrm rot="10800000" flipH="1">
                <a:off x="1144725" y="-63481"/>
                <a:ext cx="1300800" cy="50100"/>
              </a:xfrm>
              <a:prstGeom prst="straightConnector1">
                <a:avLst/>
              </a:prstGeom>
              <a:noFill/>
              <a:ln w="9525" cap="flat" cmpd="sng">
                <a:solidFill>
                  <a:schemeClr val="dk2"/>
                </a:solidFill>
                <a:prstDash val="solid"/>
                <a:round/>
                <a:headEnd type="none" w="med" len="med"/>
                <a:tailEnd type="none" w="med" len="med"/>
              </a:ln>
            </p:spPr>
          </p:cxnSp>
          <p:sp>
            <p:nvSpPr>
              <p:cNvPr id="1119" name="Google Shape;1119;p19"/>
              <p:cNvSpPr/>
              <p:nvPr/>
            </p:nvSpPr>
            <p:spPr>
              <a:xfrm>
                <a:off x="-460575" y="540519"/>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20" name="Google Shape;1120;p19"/>
              <p:cNvCxnSpPr>
                <a:stCxn id="1119" idx="0"/>
                <a:endCxn id="1100" idx="3"/>
              </p:cNvCxnSpPr>
              <p:nvPr/>
            </p:nvCxnSpPr>
            <p:spPr>
              <a:xfrm rot="10800000" flipH="1">
                <a:off x="-381825" y="-536781"/>
                <a:ext cx="466500" cy="1077300"/>
              </a:xfrm>
              <a:prstGeom prst="straightConnector1">
                <a:avLst/>
              </a:prstGeom>
              <a:noFill/>
              <a:ln w="9525" cap="flat" cmpd="sng">
                <a:solidFill>
                  <a:schemeClr val="dk2"/>
                </a:solidFill>
                <a:prstDash val="solid"/>
                <a:round/>
                <a:headEnd type="none" w="med" len="med"/>
                <a:tailEnd type="none" w="med" len="med"/>
              </a:ln>
            </p:spPr>
          </p:cxnSp>
          <p:cxnSp>
            <p:nvCxnSpPr>
              <p:cNvPr id="1121" name="Google Shape;1121;p19"/>
              <p:cNvCxnSpPr>
                <a:stCxn id="1119" idx="6"/>
                <a:endCxn id="1098" idx="3"/>
              </p:cNvCxnSpPr>
              <p:nvPr/>
            </p:nvCxnSpPr>
            <p:spPr>
              <a:xfrm rot="10800000" flipH="1">
                <a:off x="-303075" y="443769"/>
                <a:ext cx="651000" cy="175500"/>
              </a:xfrm>
              <a:prstGeom prst="straightConnector1">
                <a:avLst/>
              </a:prstGeom>
              <a:noFill/>
              <a:ln w="9525" cap="flat" cmpd="sng">
                <a:solidFill>
                  <a:schemeClr val="dk2"/>
                </a:solidFill>
                <a:prstDash val="solid"/>
                <a:round/>
                <a:headEnd type="none" w="med" len="med"/>
                <a:tailEnd type="none" w="med" len="med"/>
              </a:ln>
            </p:spPr>
          </p:cxnSp>
          <p:cxnSp>
            <p:nvCxnSpPr>
              <p:cNvPr id="1122" name="Google Shape;1122;p19"/>
              <p:cNvCxnSpPr>
                <a:stCxn id="1119" idx="5"/>
                <a:endCxn id="1102" idx="1"/>
              </p:cNvCxnSpPr>
              <p:nvPr/>
            </p:nvCxnSpPr>
            <p:spPr>
              <a:xfrm>
                <a:off x="-326140" y="674953"/>
                <a:ext cx="464700" cy="224400"/>
              </a:xfrm>
              <a:prstGeom prst="straightConnector1">
                <a:avLst/>
              </a:prstGeom>
              <a:noFill/>
              <a:ln w="9525" cap="flat" cmpd="sng">
                <a:solidFill>
                  <a:schemeClr val="dk2"/>
                </a:solidFill>
                <a:prstDash val="solid"/>
                <a:round/>
                <a:headEnd type="none" w="med" len="med"/>
                <a:tailEnd type="none" w="med" len="med"/>
              </a:ln>
            </p:spPr>
          </p:cxnSp>
          <p:cxnSp>
            <p:nvCxnSpPr>
              <p:cNvPr id="1123" name="Google Shape;1123;p19"/>
              <p:cNvCxnSpPr>
                <a:stCxn id="1119" idx="5"/>
                <a:endCxn id="1101" idx="1"/>
              </p:cNvCxnSpPr>
              <p:nvPr/>
            </p:nvCxnSpPr>
            <p:spPr>
              <a:xfrm>
                <a:off x="-326140" y="674953"/>
                <a:ext cx="439500" cy="1841100"/>
              </a:xfrm>
              <a:prstGeom prst="straightConnector1">
                <a:avLst/>
              </a:prstGeom>
              <a:noFill/>
              <a:ln w="9525" cap="flat" cmpd="sng">
                <a:solidFill>
                  <a:schemeClr val="dk2"/>
                </a:solidFill>
                <a:prstDash val="solid"/>
                <a:round/>
                <a:headEnd type="none" w="med" len="med"/>
                <a:tailEnd type="none" w="med" len="med"/>
              </a:ln>
            </p:spPr>
          </p:cxnSp>
          <p:sp>
            <p:nvSpPr>
              <p:cNvPr id="1112" name="Google Shape;1112;p19"/>
              <p:cNvSpPr/>
              <p:nvPr/>
            </p:nvSpPr>
            <p:spPr>
              <a:xfrm>
                <a:off x="779775" y="170338"/>
                <a:ext cx="114600" cy="1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w="9525" cap="flat" cmpd="sng">
                <a:solidFill>
                  <a:schemeClr val="dk2"/>
                </a:solidFill>
                <a:prstDash val="solid"/>
                <a:round/>
                <a:headEnd type="none" w="med" len="med"/>
                <a:tailEnd type="none" w="med" len="med"/>
              </a:ln>
            </p:spPr>
          </p:cxnSp>
          <p:cxnSp>
            <p:nvCxnSpPr>
              <p:cNvPr id="1134" name="Google Shape;1134;p19"/>
              <p:cNvCxnSpPr>
                <a:stCxn id="1130" idx="4"/>
                <a:endCxn id="1128" idx="7"/>
              </p:cNvCxnSpPr>
              <p:nvPr/>
            </p:nvCxnSpPr>
            <p:spPr>
              <a:xfrm rot="10460763" flipH="1">
                <a:off x="1865029" y="6113097"/>
                <a:ext cx="1087089" cy="9343"/>
              </a:xfrm>
              <a:prstGeom prst="straightConnector1">
                <a:avLst/>
              </a:prstGeom>
              <a:noFill/>
              <a:ln w="9525" cap="flat" cmpd="sng">
                <a:solidFill>
                  <a:schemeClr val="dk2"/>
                </a:solidFill>
                <a:prstDash val="solid"/>
                <a:round/>
                <a:headEnd type="none" w="med" len="med"/>
                <a:tailEnd type="none" w="med" len="med"/>
              </a:ln>
            </p:spPr>
          </p:cxnSp>
          <p:cxnSp>
            <p:nvCxnSpPr>
              <p:cNvPr id="1135" name="Google Shape;1135;p19"/>
              <p:cNvCxnSpPr>
                <a:stCxn id="1125" idx="0"/>
                <a:endCxn id="1129" idx="3"/>
              </p:cNvCxnSpPr>
              <p:nvPr/>
            </p:nvCxnSpPr>
            <p:spPr>
              <a:xfrm rot="-339783" flipH="1">
                <a:off x="3393035" y="4884097"/>
                <a:ext cx="1295121" cy="1950801"/>
              </a:xfrm>
              <a:prstGeom prst="straightConnector1">
                <a:avLst/>
              </a:prstGeom>
              <a:noFill/>
              <a:ln w="9525" cap="flat" cmpd="sng">
                <a:solidFill>
                  <a:schemeClr val="dk2"/>
                </a:solidFill>
                <a:prstDash val="solid"/>
                <a:round/>
                <a:headEnd type="none" w="med" len="med"/>
                <a:tailEnd type="none" w="med" len="med"/>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w="9525" cap="flat" cmpd="sng">
                <a:solidFill>
                  <a:schemeClr val="dk2"/>
                </a:solidFill>
                <a:prstDash val="solid"/>
                <a:round/>
                <a:headEnd type="none" w="med" len="med"/>
                <a:tailEnd type="none" w="med" len="med"/>
              </a:ln>
            </p:spPr>
          </p:cxnSp>
          <p:cxnSp>
            <p:nvCxnSpPr>
              <p:cNvPr id="1137" name="Google Shape;1137;p19"/>
              <p:cNvCxnSpPr>
                <a:stCxn id="1130" idx="6"/>
                <a:endCxn id="1126" idx="1"/>
              </p:cNvCxnSpPr>
              <p:nvPr/>
            </p:nvCxnSpPr>
            <p:spPr>
              <a:xfrm rot="10462833" flipH="1">
                <a:off x="1755412" y="5065169"/>
                <a:ext cx="150121" cy="1129000"/>
              </a:xfrm>
              <a:prstGeom prst="straightConnector1">
                <a:avLst/>
              </a:prstGeom>
              <a:noFill/>
              <a:ln w="9525" cap="flat" cmpd="sng">
                <a:solidFill>
                  <a:schemeClr val="dk2"/>
                </a:solidFill>
                <a:prstDash val="solid"/>
                <a:round/>
                <a:headEnd type="none" w="med" len="med"/>
                <a:tailEnd type="none" w="med" len="med"/>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w="9525" cap="flat" cmpd="sng">
                <a:solidFill>
                  <a:schemeClr val="dk2"/>
                </a:solidFill>
                <a:prstDash val="solid"/>
                <a:round/>
                <a:headEnd type="none" w="med" len="med"/>
                <a:tailEnd type="none" w="med" len="med"/>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w="9525" cap="flat" cmpd="sng">
                <a:solidFill>
                  <a:schemeClr val="dk2"/>
                </a:solidFill>
                <a:prstDash val="solid"/>
                <a:round/>
                <a:headEnd type="none" w="med" len="med"/>
                <a:tailEnd type="none" w="med" len="med"/>
              </a:ln>
            </p:spPr>
          </p:cxnSp>
          <p:cxnSp>
            <p:nvCxnSpPr>
              <p:cNvPr id="1140" name="Google Shape;1140;p19"/>
              <p:cNvCxnSpPr>
                <a:stCxn id="1125" idx="7"/>
                <a:endCxn id="1128" idx="3"/>
              </p:cNvCxnSpPr>
              <p:nvPr/>
            </p:nvCxnSpPr>
            <p:spPr>
              <a:xfrm rot="-339569" flipH="1">
                <a:off x="2971884" y="4867995"/>
                <a:ext cx="1639693" cy="1081059"/>
              </a:xfrm>
              <a:prstGeom prst="straightConnector1">
                <a:avLst/>
              </a:prstGeom>
              <a:noFill/>
              <a:ln w="9525" cap="flat" cmpd="sng">
                <a:solidFill>
                  <a:schemeClr val="dk2"/>
                </a:solidFill>
                <a:prstDash val="solid"/>
                <a:round/>
                <a:headEnd type="none" w="med" len="med"/>
                <a:tailEnd type="none" w="med" len="med"/>
              </a:ln>
            </p:spPr>
          </p:cxnSp>
          <p:cxnSp>
            <p:nvCxnSpPr>
              <p:cNvPr id="1141" name="Google Shape;1141;p19"/>
              <p:cNvCxnSpPr>
                <a:stCxn id="1131" idx="7"/>
                <a:endCxn id="1127" idx="3"/>
              </p:cNvCxnSpPr>
              <p:nvPr/>
            </p:nvCxnSpPr>
            <p:spPr>
              <a:xfrm rot="-339665" flipH="1">
                <a:off x="3259894" y="4748265"/>
                <a:ext cx="483558" cy="163106"/>
              </a:xfrm>
              <a:prstGeom prst="straightConnector1">
                <a:avLst/>
              </a:prstGeom>
              <a:noFill/>
              <a:ln w="9525" cap="flat" cmpd="sng">
                <a:solidFill>
                  <a:schemeClr val="dk2"/>
                </a:solidFill>
                <a:prstDash val="solid"/>
                <a:round/>
                <a:headEnd type="none" w="med" len="med"/>
                <a:tailEnd type="none" w="med" len="med"/>
              </a:ln>
            </p:spPr>
          </p:cxnSp>
          <p:cxnSp>
            <p:nvCxnSpPr>
              <p:cNvPr id="1142" name="Google Shape;1142;p19"/>
              <p:cNvCxnSpPr>
                <a:stCxn id="1127" idx="0"/>
                <a:endCxn id="1128" idx="5"/>
              </p:cNvCxnSpPr>
              <p:nvPr/>
            </p:nvCxnSpPr>
            <p:spPr>
              <a:xfrm rot="-341652" flipH="1">
                <a:off x="2929081" y="5115280"/>
                <a:ext cx="208629" cy="879981"/>
              </a:xfrm>
              <a:prstGeom prst="straightConnector1">
                <a:avLst/>
              </a:prstGeom>
              <a:noFill/>
              <a:ln w="9525" cap="flat" cmpd="sng">
                <a:solidFill>
                  <a:schemeClr val="dk2"/>
                </a:solidFill>
                <a:prstDash val="solid"/>
                <a:round/>
                <a:headEnd type="none" w="med" len="med"/>
                <a:tailEnd type="none" w="med" len="med"/>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w="9525" cap="flat" cmpd="sng">
                <a:solidFill>
                  <a:schemeClr val="dk2"/>
                </a:solidFill>
                <a:prstDash val="solid"/>
                <a:round/>
                <a:headEnd type="none" w="med" len="med"/>
                <a:tailEnd type="none" w="med" len="med"/>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w="9525" cap="flat" cmpd="sng">
                <a:solidFill>
                  <a:schemeClr val="dk2"/>
                </a:solidFill>
                <a:prstDash val="solid"/>
                <a:round/>
                <a:headEnd type="none" w="med" len="med"/>
                <a:tailEnd type="none" w="med" len="med"/>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w="9525" cap="flat" cmpd="sng">
                <a:solidFill>
                  <a:schemeClr val="dk2"/>
                </a:solidFill>
                <a:prstDash val="solid"/>
                <a:round/>
                <a:headEnd type="none" w="med" len="med"/>
                <a:tailEnd type="none" w="med" len="med"/>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w="9525" cap="flat" cmpd="sng">
                <a:solidFill>
                  <a:schemeClr val="dk2"/>
                </a:solidFill>
                <a:prstDash val="solid"/>
                <a:round/>
                <a:headEnd type="none" w="med" len="med"/>
                <a:tailEnd type="none" w="med" len="med"/>
              </a:ln>
            </p:spPr>
          </p:cxnSp>
          <p:cxnSp>
            <p:nvCxnSpPr>
              <p:cNvPr id="1148" name="Google Shape;1148;p19"/>
              <p:cNvCxnSpPr>
                <a:stCxn id="1145" idx="0"/>
                <a:endCxn id="1126" idx="4"/>
              </p:cNvCxnSpPr>
              <p:nvPr/>
            </p:nvCxnSpPr>
            <p:spPr>
              <a:xfrm rot="-340645" flipH="1">
                <a:off x="1841473" y="4754364"/>
                <a:ext cx="154659" cy="179972"/>
              </a:xfrm>
              <a:prstGeom prst="straightConnector1">
                <a:avLst/>
              </a:prstGeom>
              <a:noFill/>
              <a:ln w="9525" cap="flat" cmpd="sng">
                <a:solidFill>
                  <a:schemeClr val="dk2"/>
                </a:solidFill>
                <a:prstDash val="solid"/>
                <a:round/>
                <a:headEnd type="none" w="med" len="med"/>
                <a:tailEnd type="none" w="med" len="med"/>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w="9525" cap="flat" cmpd="sng">
                <a:solidFill>
                  <a:schemeClr val="dk2"/>
                </a:solidFill>
                <a:prstDash val="solid"/>
                <a:round/>
                <a:headEnd type="none" w="med" len="med"/>
                <a:tailEnd type="none" w="med" len="med"/>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51" name="Google Shape;1151;p19"/>
              <p:cNvCxnSpPr>
                <a:stCxn id="1127" idx="2"/>
                <a:endCxn id="1150" idx="7"/>
              </p:cNvCxnSpPr>
              <p:nvPr/>
            </p:nvCxnSpPr>
            <p:spPr>
              <a:xfrm rot="10459800" flipH="1">
                <a:off x="3266347" y="5001756"/>
                <a:ext cx="674098" cy="1530"/>
              </a:xfrm>
              <a:prstGeom prst="straightConnector1">
                <a:avLst/>
              </a:prstGeom>
              <a:noFill/>
              <a:ln w="9525" cap="flat" cmpd="sng">
                <a:solidFill>
                  <a:schemeClr val="dk2"/>
                </a:solidFill>
                <a:prstDash val="solid"/>
                <a:round/>
                <a:headEnd type="none" w="med" len="med"/>
                <a:tailEnd type="none" w="med" len="med"/>
              </a:ln>
            </p:spPr>
          </p:cxnSp>
          <p:cxnSp>
            <p:nvCxnSpPr>
              <p:cNvPr id="1152" name="Google Shape;1152;p19"/>
              <p:cNvCxnSpPr>
                <a:stCxn id="1150" idx="3"/>
                <a:endCxn id="1125" idx="7"/>
              </p:cNvCxnSpPr>
              <p:nvPr/>
            </p:nvCxnSpPr>
            <p:spPr>
              <a:xfrm rot="10459592" flipH="1">
                <a:off x="4052806" y="4814404"/>
                <a:ext cx="506782" cy="81105"/>
              </a:xfrm>
              <a:prstGeom prst="straightConnector1">
                <a:avLst/>
              </a:prstGeom>
              <a:noFill/>
              <a:ln w="9525" cap="flat" cmpd="sng">
                <a:solidFill>
                  <a:schemeClr val="dk2"/>
                </a:solidFill>
                <a:prstDash val="solid"/>
                <a:round/>
                <a:headEnd type="none" w="med" len="med"/>
                <a:tailEnd type="none" w="med" len="med"/>
              </a:ln>
            </p:spPr>
          </p:cxnSp>
          <p:cxnSp>
            <p:nvCxnSpPr>
              <p:cNvPr id="1153" name="Google Shape;1153;p19"/>
              <p:cNvCxnSpPr>
                <a:stCxn id="1128" idx="4"/>
                <a:endCxn id="1150" idx="0"/>
              </p:cNvCxnSpPr>
              <p:nvPr/>
            </p:nvCxnSpPr>
            <p:spPr>
              <a:xfrm rot="10460266" flipH="1">
                <a:off x="2959037" y="5053792"/>
                <a:ext cx="1061178" cy="899594"/>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rot="10800000" flipH="1">
                <a:off x="332904" y="155655"/>
                <a:ext cx="893400" cy="226800"/>
              </a:xfrm>
              <a:prstGeom prst="straightConnector1">
                <a:avLst/>
              </a:prstGeom>
              <a:noFill/>
              <a:ln w="9525" cap="flat" cmpd="sng">
                <a:solidFill>
                  <a:schemeClr val="dk2"/>
                </a:solidFill>
                <a:prstDash val="solid"/>
                <a:round/>
                <a:headEnd type="none" w="med" len="med"/>
                <a:tailEnd type="none" w="med" len="med"/>
              </a:ln>
            </p:spPr>
          </p:cxnSp>
          <p:sp>
            <p:nvSpPr>
              <p:cNvPr id="1318" name="Google Shape;1318;p22"/>
              <p:cNvSpPr/>
              <p:nvPr/>
            </p:nvSpPr>
            <p:spPr>
              <a:xfrm>
                <a:off x="1226350" y="767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w="9525" cap="flat" cmpd="sng">
                <a:solidFill>
                  <a:schemeClr val="dk2"/>
                </a:solidFill>
                <a:prstDash val="solid"/>
                <a:round/>
                <a:headEnd type="none" w="med" len="med"/>
                <a:tailEnd type="none" w="med" len="med"/>
              </a:ln>
            </p:spPr>
          </p:cxnSp>
          <p:cxnSp>
            <p:nvCxnSpPr>
              <p:cNvPr id="1325" name="Google Shape;1325;p22"/>
              <p:cNvCxnSpPr>
                <a:stCxn id="1322" idx="4"/>
                <a:endCxn id="1320" idx="0"/>
              </p:cNvCxnSpPr>
              <p:nvPr/>
            </p:nvCxnSpPr>
            <p:spPr>
              <a:xfrm>
                <a:off x="92976" y="973437"/>
                <a:ext cx="163500" cy="131850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22"/>
              <p:cNvCxnSpPr>
                <a:stCxn id="1322" idx="5"/>
                <a:endCxn id="1323" idx="1"/>
              </p:cNvCxnSpPr>
              <p:nvPr/>
            </p:nvCxnSpPr>
            <p:spPr>
              <a:xfrm>
                <a:off x="123629" y="960741"/>
                <a:ext cx="190200" cy="119100"/>
              </a:xfrm>
              <a:prstGeom prst="straightConnector1">
                <a:avLst/>
              </a:prstGeom>
              <a:noFill/>
              <a:ln w="9525" cap="flat" cmpd="sng">
                <a:solidFill>
                  <a:schemeClr val="dk2"/>
                </a:solidFill>
                <a:prstDash val="solid"/>
                <a:round/>
                <a:headEnd type="none" w="med" len="med"/>
                <a:tailEnd type="none" w="med" len="med"/>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w="9525" cap="flat" cmpd="sng">
                <a:solidFill>
                  <a:schemeClr val="dk2"/>
                </a:solidFill>
                <a:prstDash val="solid"/>
                <a:round/>
                <a:headEnd type="none" w="med" len="med"/>
                <a:tailEnd type="none" w="med" len="med"/>
              </a:ln>
            </p:spPr>
          </p:cxnSp>
          <p:cxnSp>
            <p:nvCxnSpPr>
              <p:cNvPr id="1328" name="Google Shape;1328;p22"/>
              <p:cNvCxnSpPr>
                <a:stCxn id="1322" idx="7"/>
                <a:endCxn id="1317" idx="3"/>
              </p:cNvCxnSpPr>
              <p:nvPr/>
            </p:nvCxnSpPr>
            <p:spPr>
              <a:xfrm rot="10800000" flipH="1">
                <a:off x="1236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1329" name="Google Shape;1329;p22"/>
              <p:cNvCxnSpPr>
                <a:stCxn id="1319" idx="5"/>
                <a:endCxn id="1317" idx="1"/>
              </p:cNvCxnSpPr>
              <p:nvPr/>
            </p:nvCxnSpPr>
            <p:spPr>
              <a:xfrm>
                <a:off x="-140654" y="-106767"/>
                <a:ext cx="412200" cy="489300"/>
              </a:xfrm>
              <a:prstGeom prst="straightConnector1">
                <a:avLst/>
              </a:prstGeom>
              <a:noFill/>
              <a:ln w="9525" cap="flat" cmpd="sng">
                <a:solidFill>
                  <a:schemeClr val="dk2"/>
                </a:solidFill>
                <a:prstDash val="solid"/>
                <a:round/>
                <a:headEnd type="none" w="med" len="med"/>
                <a:tailEnd type="none" w="med" len="med"/>
              </a:ln>
            </p:spPr>
          </p:cxnSp>
          <p:cxnSp>
            <p:nvCxnSpPr>
              <p:cNvPr id="1330" name="Google Shape;1330;p22"/>
              <p:cNvCxnSpPr>
                <a:stCxn id="1319" idx="6"/>
                <a:endCxn id="1318" idx="2"/>
              </p:cNvCxnSpPr>
              <p:nvPr/>
            </p:nvCxnSpPr>
            <p:spPr>
              <a:xfrm>
                <a:off x="-126024" y="-142087"/>
                <a:ext cx="1352400" cy="297600"/>
              </a:xfrm>
              <a:prstGeom prst="straightConnector1">
                <a:avLst/>
              </a:prstGeom>
              <a:noFill/>
              <a:ln w="9525" cap="flat" cmpd="sng">
                <a:solidFill>
                  <a:schemeClr val="dk2"/>
                </a:solidFill>
                <a:prstDash val="solid"/>
                <a:round/>
                <a:headEnd type="none" w="med" len="med"/>
                <a:tailEnd type="none" w="med" len="med"/>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w="9525" cap="flat" cmpd="sng">
                <a:solidFill>
                  <a:schemeClr val="dk2"/>
                </a:solidFill>
                <a:prstDash val="solid"/>
                <a:round/>
                <a:headEnd type="none" w="med" len="med"/>
                <a:tailEnd type="none" w="med" len="med"/>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w="9525" cap="flat" cmpd="sng">
                <a:solidFill>
                  <a:schemeClr val="dk2"/>
                </a:solidFill>
                <a:prstDash val="solid"/>
                <a:round/>
                <a:headEnd type="none" w="med" len="med"/>
                <a:tailEnd type="none" w="med" len="med"/>
              </a:ln>
            </p:spPr>
          </p:cxnSp>
          <p:cxnSp>
            <p:nvCxnSpPr>
              <p:cNvPr id="1333" name="Google Shape;1333;p22"/>
              <p:cNvCxnSpPr>
                <a:stCxn id="1323" idx="0"/>
                <a:endCxn id="1321" idx="3"/>
              </p:cNvCxnSpPr>
              <p:nvPr/>
            </p:nvCxnSpPr>
            <p:spPr>
              <a:xfrm rot="10800000" flipH="1">
                <a:off x="366025" y="296069"/>
                <a:ext cx="381000" cy="762000"/>
              </a:xfrm>
              <a:prstGeom prst="straightConnector1">
                <a:avLst/>
              </a:prstGeom>
              <a:noFill/>
              <a:ln w="9525" cap="flat" cmpd="sng">
                <a:solidFill>
                  <a:schemeClr val="dk2"/>
                </a:solidFill>
                <a:prstDash val="solid"/>
                <a:round/>
                <a:headEnd type="none" w="med" len="med"/>
                <a:tailEnd type="none" w="med" len="med"/>
              </a:ln>
            </p:spPr>
          </p:cxnSp>
          <p:sp>
            <p:nvSpPr>
              <p:cNvPr id="1317" name="Google Shape;1317;p22"/>
              <p:cNvSpPr/>
              <p:nvPr/>
            </p:nvSpPr>
            <p:spPr>
              <a:xfrm>
                <a:off x="258901" y="369758"/>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w="9525" cap="flat" cmpd="sng">
                <a:solidFill>
                  <a:schemeClr val="dk2"/>
                </a:solidFill>
                <a:prstDash val="solid"/>
                <a:round/>
                <a:headEnd type="none" w="med" len="med"/>
                <a:tailEnd type="none" w="med" len="med"/>
              </a:ln>
            </p:spPr>
          </p:cxnSp>
          <p:cxnSp>
            <p:nvCxnSpPr>
              <p:cNvPr id="1344" name="Google Shape;1344;p22"/>
              <p:cNvCxnSpPr>
                <a:stCxn id="1340" idx="4"/>
                <a:endCxn id="1338" idx="0"/>
              </p:cNvCxnSpPr>
              <p:nvPr/>
            </p:nvCxnSpPr>
            <p:spPr>
              <a:xfrm rot="8769075" flipH="1">
                <a:off x="1988166" y="2768320"/>
                <a:ext cx="691020" cy="1030498"/>
              </a:xfrm>
              <a:prstGeom prst="straightConnector1">
                <a:avLst/>
              </a:prstGeom>
              <a:noFill/>
              <a:ln w="9525" cap="flat" cmpd="sng">
                <a:solidFill>
                  <a:schemeClr val="dk2"/>
                </a:solidFill>
                <a:prstDash val="solid"/>
                <a:round/>
                <a:headEnd type="none" w="med" len="med"/>
                <a:tailEnd type="none" w="med" len="med"/>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w="9525" cap="flat" cmpd="sng">
                <a:solidFill>
                  <a:schemeClr val="dk2"/>
                </a:solidFill>
                <a:prstDash val="solid"/>
                <a:round/>
                <a:headEnd type="none" w="med" len="med"/>
                <a:tailEnd type="none" w="med" len="med"/>
              </a:ln>
            </p:spPr>
          </p:cxnSp>
          <p:cxnSp>
            <p:nvCxnSpPr>
              <p:cNvPr id="1346" name="Google Shape;1346;p22"/>
              <p:cNvCxnSpPr>
                <a:stCxn id="1335" idx="0"/>
                <a:endCxn id="1339" idx="3"/>
              </p:cNvCxnSpPr>
              <p:nvPr/>
            </p:nvCxnSpPr>
            <p:spPr>
              <a:xfrm rot="-2030280" flipH="1">
                <a:off x="3554311" y="2896576"/>
                <a:ext cx="870078" cy="562385"/>
              </a:xfrm>
              <a:prstGeom prst="straightConnector1">
                <a:avLst/>
              </a:prstGeom>
              <a:noFill/>
              <a:ln w="9525" cap="flat" cmpd="sng">
                <a:solidFill>
                  <a:schemeClr val="dk2"/>
                </a:solidFill>
                <a:prstDash val="solid"/>
                <a:round/>
                <a:headEnd type="none" w="med" len="med"/>
                <a:tailEnd type="none" w="med" len="med"/>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w="9525" cap="flat" cmpd="sng">
                <a:solidFill>
                  <a:schemeClr val="dk2"/>
                </a:solidFill>
                <a:prstDash val="solid"/>
                <a:round/>
                <a:headEnd type="none" w="med" len="med"/>
                <a:tailEnd type="none" w="med" len="med"/>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w="9525" cap="flat" cmpd="sng">
                <a:solidFill>
                  <a:schemeClr val="dk2"/>
                </a:solidFill>
                <a:prstDash val="solid"/>
                <a:round/>
                <a:headEnd type="none" w="med" len="med"/>
                <a:tailEnd type="none" w="med" len="med"/>
              </a:ln>
            </p:spPr>
          </p:cxnSp>
          <p:cxnSp>
            <p:nvCxnSpPr>
              <p:cNvPr id="1349" name="Google Shape;1349;p22"/>
              <p:cNvCxnSpPr>
                <a:stCxn id="1338" idx="7"/>
                <a:endCxn id="1336" idx="3"/>
              </p:cNvCxnSpPr>
              <p:nvPr/>
            </p:nvCxnSpPr>
            <p:spPr>
              <a:xfrm rot="-2030278" flipH="1">
                <a:off x="1147266" y="2984238"/>
                <a:ext cx="1321550" cy="283231"/>
              </a:xfrm>
              <a:prstGeom prst="straightConnector1">
                <a:avLst/>
              </a:prstGeom>
              <a:noFill/>
              <a:ln w="9525" cap="flat" cmpd="sng">
                <a:solidFill>
                  <a:schemeClr val="dk2"/>
                </a:solidFill>
                <a:prstDash val="solid"/>
                <a:round/>
                <a:headEnd type="none" w="med" len="med"/>
                <a:tailEnd type="none" w="med" len="med"/>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w="9525" cap="flat" cmpd="sng">
                <a:solidFill>
                  <a:schemeClr val="dk2"/>
                </a:solidFill>
                <a:prstDash val="solid"/>
                <a:round/>
                <a:headEnd type="none" w="med" len="med"/>
                <a:tailEnd type="none" w="med" len="med"/>
              </a:ln>
            </p:spPr>
          </p:cxnSp>
          <p:cxnSp>
            <p:nvCxnSpPr>
              <p:cNvPr id="1351" name="Google Shape;1351;p22"/>
              <p:cNvCxnSpPr>
                <a:stCxn id="1341" idx="7"/>
                <a:endCxn id="1338" idx="3"/>
              </p:cNvCxnSpPr>
              <p:nvPr/>
            </p:nvCxnSpPr>
            <p:spPr>
              <a:xfrm rot="-2030495" flipH="1">
                <a:off x="2186803" y="1863549"/>
                <a:ext cx="1164126" cy="372760"/>
              </a:xfrm>
              <a:prstGeom prst="straightConnector1">
                <a:avLst/>
              </a:prstGeom>
              <a:noFill/>
              <a:ln w="9525" cap="flat" cmpd="sng">
                <a:solidFill>
                  <a:schemeClr val="dk2"/>
                </a:solidFill>
                <a:prstDash val="solid"/>
                <a:round/>
                <a:headEnd type="none" w="med" len="med"/>
                <a:tailEnd type="none" w="med" len="med"/>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w="9525" cap="flat" cmpd="sng">
                <a:solidFill>
                  <a:schemeClr val="dk2"/>
                </a:solidFill>
                <a:prstDash val="solid"/>
                <a:round/>
                <a:headEnd type="none" w="med" len="med"/>
                <a:tailEnd type="none" w="med" len="med"/>
              </a:ln>
            </p:spPr>
          </p:cxnSp>
          <p:cxnSp>
            <p:nvCxnSpPr>
              <p:cNvPr id="1353" name="Google Shape;1353;p22"/>
              <p:cNvCxnSpPr>
                <a:stCxn id="1337" idx="0"/>
                <a:endCxn id="1338" idx="5"/>
              </p:cNvCxnSpPr>
              <p:nvPr/>
            </p:nvCxnSpPr>
            <p:spPr>
              <a:xfrm rot="-2029195" flipH="1">
                <a:off x="1960847" y="1486358"/>
                <a:ext cx="330408" cy="1038486"/>
              </a:xfrm>
              <a:prstGeom prst="straightConnector1">
                <a:avLst/>
              </a:prstGeom>
              <a:noFill/>
              <a:ln w="9525" cap="flat" cmpd="sng">
                <a:solidFill>
                  <a:schemeClr val="dk2"/>
                </a:solidFill>
                <a:prstDash val="solid"/>
                <a:round/>
                <a:headEnd type="none" w="med" len="med"/>
                <a:tailEnd type="none" w="med" len="med"/>
              </a:ln>
            </p:spPr>
          </p:cxnSp>
          <p:cxnSp>
            <p:nvCxnSpPr>
              <p:cNvPr id="1354" name="Google Shape;1354;p22"/>
              <p:cNvCxnSpPr>
                <a:stCxn id="1337" idx="7"/>
                <a:endCxn id="1342" idx="3"/>
              </p:cNvCxnSpPr>
              <p:nvPr/>
            </p:nvCxnSpPr>
            <p:spPr>
              <a:xfrm rot="-2030477" flipH="1">
                <a:off x="386634" y="1842270"/>
                <a:ext cx="1576242" cy="95353"/>
              </a:xfrm>
              <a:prstGeom prst="straightConnector1">
                <a:avLst/>
              </a:prstGeom>
              <a:noFill/>
              <a:ln w="9525" cap="flat" cmpd="sng">
                <a:solidFill>
                  <a:schemeClr val="dk2"/>
                </a:solidFill>
                <a:prstDash val="solid"/>
                <a:round/>
                <a:headEnd type="none" w="med" len="med"/>
                <a:tailEnd type="none" w="med" len="med"/>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w="9525" cap="flat" cmpd="sng">
                <a:solidFill>
                  <a:schemeClr val="dk2"/>
                </a:solidFill>
                <a:prstDash val="solid"/>
                <a:round/>
                <a:headEnd type="none" w="med" len="med"/>
                <a:tailEnd type="none" w="med" len="med"/>
              </a:ln>
            </p:spPr>
          </p:cxnSp>
          <p:cxnSp>
            <p:nvCxnSpPr>
              <p:cNvPr id="1356" name="Google Shape;1356;p22"/>
              <p:cNvCxnSpPr>
                <a:stCxn id="1342" idx="0"/>
                <a:endCxn id="1336" idx="5"/>
              </p:cNvCxnSpPr>
              <p:nvPr/>
            </p:nvCxnSpPr>
            <p:spPr>
              <a:xfrm rot="-2024821" flipH="1">
                <a:off x="797015" y="2378694"/>
                <a:ext cx="83704" cy="1321550"/>
              </a:xfrm>
              <a:prstGeom prst="straightConnector1">
                <a:avLst/>
              </a:prstGeom>
              <a:noFill/>
              <a:ln w="9525" cap="flat" cmpd="sng">
                <a:solidFill>
                  <a:schemeClr val="dk2"/>
                </a:solidFill>
                <a:prstDash val="solid"/>
                <a:round/>
                <a:headEnd type="none" w="med" len="med"/>
                <a:tailEnd type="none" w="med" len="med"/>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1358;p22"/>
              <p:cNvCxnSpPr>
                <a:stCxn id="1336" idx="4"/>
                <a:endCxn id="1337" idx="7"/>
              </p:cNvCxnSpPr>
              <p:nvPr/>
            </p:nvCxnSpPr>
            <p:spPr>
              <a:xfrm rot="8769813" flipH="1">
                <a:off x="698488" y="1747510"/>
                <a:ext cx="1661027" cy="1493868"/>
              </a:xfrm>
              <a:prstGeom prst="straightConnector1">
                <a:avLst/>
              </a:prstGeom>
              <a:noFill/>
              <a:ln w="9525" cap="flat" cmpd="sng">
                <a:solidFill>
                  <a:schemeClr val="dk2"/>
                </a:solidFill>
                <a:prstDash val="solid"/>
                <a:round/>
                <a:headEnd type="none" w="med" len="med"/>
                <a:tailEnd type="none" w="med" len="med"/>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w="9525" cap="flat" cmpd="sng">
                <a:solidFill>
                  <a:schemeClr val="dk2"/>
                </a:solidFill>
                <a:prstDash val="solid"/>
                <a:round/>
                <a:headEnd type="none" w="med" len="med"/>
                <a:tailEnd type="none" w="med" len="med"/>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1" name="Google Shape;1361;p22"/>
              <p:cNvCxnSpPr>
                <a:stCxn id="1342" idx="4"/>
                <a:endCxn id="1360" idx="7"/>
              </p:cNvCxnSpPr>
              <p:nvPr/>
            </p:nvCxnSpPr>
            <p:spPr>
              <a:xfrm rot="8769580" flipH="1">
                <a:off x="114237" y="1064376"/>
                <a:ext cx="1173861" cy="1048886"/>
              </a:xfrm>
              <a:prstGeom prst="straightConnector1">
                <a:avLst/>
              </a:prstGeom>
              <a:noFill/>
              <a:ln w="9525" cap="flat" cmpd="sng">
                <a:solidFill>
                  <a:schemeClr val="dk2"/>
                </a:solidFill>
                <a:prstDash val="solid"/>
                <a:round/>
                <a:headEnd type="none" w="med" len="med"/>
                <a:tailEnd type="none" w="med" len="med"/>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w="9525" cap="flat" cmpd="sng">
                <a:solidFill>
                  <a:schemeClr val="dk2"/>
                </a:solidFill>
                <a:prstDash val="solid"/>
                <a:round/>
                <a:headEnd type="none" w="med" len="med"/>
                <a:tailEnd type="none" w="med" len="med"/>
              </a:ln>
            </p:spPr>
          </p:cxnSp>
          <p:cxnSp>
            <p:nvCxnSpPr>
              <p:cNvPr id="1363" name="Google Shape;1363;p22"/>
              <p:cNvCxnSpPr>
                <a:stCxn id="1360" idx="0"/>
                <a:endCxn id="1336" idx="4"/>
              </p:cNvCxnSpPr>
              <p:nvPr/>
            </p:nvCxnSpPr>
            <p:spPr>
              <a:xfrm rot="-2030204" flipH="1">
                <a:off x="469943" y="996108"/>
                <a:ext cx="1267716" cy="2434421"/>
              </a:xfrm>
              <a:prstGeom prst="straightConnector1">
                <a:avLst/>
              </a:prstGeom>
              <a:noFill/>
              <a:ln w="9525" cap="flat" cmpd="sng">
                <a:solidFill>
                  <a:schemeClr val="dk2"/>
                </a:solidFill>
                <a:prstDash val="solid"/>
                <a:round/>
                <a:headEnd type="none" w="med" len="med"/>
                <a:tailEnd type="none" w="med" len="med"/>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w="9525" cap="flat" cmpd="sng">
                <a:solidFill>
                  <a:schemeClr val="dk2"/>
                </a:solidFill>
                <a:prstDash val="solid"/>
                <a:round/>
                <a:headEnd type="none" w="med" len="med"/>
                <a:tailEnd type="none" w="med" len="med"/>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w="9525" cap="flat" cmpd="sng">
                <a:solidFill>
                  <a:schemeClr val="dk2"/>
                </a:solidFill>
                <a:prstDash val="solid"/>
                <a:round/>
                <a:headEnd type="none" w="med" len="med"/>
                <a:tailEnd type="none" w="med" len="med"/>
              </a:ln>
            </p:spPr>
          </p:cxnSp>
          <p:cxnSp>
            <p:nvCxnSpPr>
              <p:cNvPr id="1367" name="Google Shape;1367;p22"/>
              <p:cNvCxnSpPr>
                <a:stCxn id="1365" idx="1"/>
                <a:endCxn id="1341" idx="5"/>
              </p:cNvCxnSpPr>
              <p:nvPr/>
            </p:nvCxnSpPr>
            <p:spPr>
              <a:xfrm rot="-2034703" flipH="1">
                <a:off x="2826258" y="400719"/>
                <a:ext cx="43017" cy="1143823"/>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w="9525" cap="flat" cmpd="sng">
                <a:solidFill>
                  <a:schemeClr val="dk2"/>
                </a:solidFill>
                <a:prstDash val="solid"/>
                <a:round/>
                <a:headEnd type="none" w="med" len="med"/>
                <a:tailEnd type="none" w="med" len="med"/>
              </a:ln>
            </p:spPr>
          </p:cxnSp>
          <p:cxnSp>
            <p:nvCxnSpPr>
              <p:cNvPr id="1390" name="Google Shape;1390;p23"/>
              <p:cNvCxnSpPr>
                <a:stCxn id="1386" idx="4"/>
                <a:endCxn id="1384" idx="6"/>
              </p:cNvCxnSpPr>
              <p:nvPr/>
            </p:nvCxnSpPr>
            <p:spPr>
              <a:xfrm rot="10800000" flipH="1">
                <a:off x="7230777" y="-94742"/>
                <a:ext cx="785100" cy="290400"/>
              </a:xfrm>
              <a:prstGeom prst="straightConnector1">
                <a:avLst/>
              </a:prstGeom>
              <a:noFill/>
              <a:ln w="9525" cap="flat" cmpd="sng">
                <a:solidFill>
                  <a:schemeClr val="dk2"/>
                </a:solidFill>
                <a:prstDash val="solid"/>
                <a:round/>
                <a:headEnd type="none" w="med" len="med"/>
                <a:tailEnd type="none" w="med" len="med"/>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w="9525" cap="flat" cmpd="sng">
                <a:solidFill>
                  <a:schemeClr val="dk2"/>
                </a:solidFill>
                <a:prstDash val="solid"/>
                <a:round/>
                <a:headEnd type="none" w="med" len="med"/>
                <a:tailEnd type="none" w="med" len="med"/>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w="9525" cap="flat" cmpd="sng">
                <a:solidFill>
                  <a:schemeClr val="dk2"/>
                </a:solidFill>
                <a:prstDash val="solid"/>
                <a:round/>
                <a:headEnd type="none" w="med" len="med"/>
                <a:tailEnd type="none" w="med" len="med"/>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w="9525" cap="flat" cmpd="sng">
                <a:solidFill>
                  <a:schemeClr val="dk2"/>
                </a:solidFill>
                <a:prstDash val="solid"/>
                <a:round/>
                <a:headEnd type="none" w="med" len="med"/>
                <a:tailEnd type="none" w="med" len="med"/>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w="9525" cap="flat" cmpd="sng">
                <a:solidFill>
                  <a:schemeClr val="dk2"/>
                </a:solidFill>
                <a:prstDash val="solid"/>
                <a:round/>
                <a:headEnd type="none" w="med" len="med"/>
                <a:tailEnd type="none" w="med" len="med"/>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w="9525" cap="flat" cmpd="sng">
                <a:solidFill>
                  <a:schemeClr val="dk2"/>
                </a:solidFill>
                <a:prstDash val="solid"/>
                <a:round/>
                <a:headEnd type="none" w="med" len="med"/>
                <a:tailEnd type="none" w="med" len="med"/>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w="9525" cap="flat" cmpd="sng">
                <a:solidFill>
                  <a:schemeClr val="dk2"/>
                </a:solidFill>
                <a:prstDash val="solid"/>
                <a:round/>
                <a:headEnd type="none" w="med" len="med"/>
                <a:tailEnd type="none" w="med" len="med"/>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w="9525" cap="flat" cmpd="sng">
                <a:solidFill>
                  <a:schemeClr val="dk2"/>
                </a:solidFill>
                <a:prstDash val="solid"/>
                <a:round/>
                <a:headEnd type="none" w="med" len="med"/>
                <a:tailEnd type="none" w="med" len="med"/>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w="9525" cap="flat" cmpd="sng">
                <a:solidFill>
                  <a:schemeClr val="dk2"/>
                </a:solidFill>
                <a:prstDash val="solid"/>
                <a:round/>
                <a:headEnd type="none" w="med" len="med"/>
                <a:tailEnd type="none" w="med" len="med"/>
              </a:ln>
            </p:spPr>
          </p:cxnSp>
          <p:cxnSp>
            <p:nvCxnSpPr>
              <p:cNvPr id="1399" name="Google Shape;1399;p23"/>
              <p:cNvCxnSpPr>
                <a:stCxn id="1388" idx="2"/>
                <a:endCxn id="1382" idx="6"/>
              </p:cNvCxnSpPr>
              <p:nvPr/>
            </p:nvCxnSpPr>
            <p:spPr>
              <a:xfrm rot="10800000" flipH="1">
                <a:off x="5481836" y="13694"/>
                <a:ext cx="847800" cy="309000"/>
              </a:xfrm>
              <a:prstGeom prst="straightConnector1">
                <a:avLst/>
              </a:prstGeom>
              <a:noFill/>
              <a:ln w="9525" cap="flat" cmpd="sng">
                <a:solidFill>
                  <a:schemeClr val="dk2"/>
                </a:solidFill>
                <a:prstDash val="solid"/>
                <a:round/>
                <a:headEnd type="none" w="med" len="med"/>
                <a:tailEnd type="none" w="med" len="med"/>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w="9525" cap="flat" cmpd="sng">
                <a:solidFill>
                  <a:schemeClr val="dk2"/>
                </a:solidFill>
                <a:prstDash val="solid"/>
                <a:round/>
                <a:headEnd type="none" w="med" len="med"/>
                <a:tailEnd type="none" w="med" len="med"/>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2" name="Google Shape;1402;p23"/>
              <p:cNvCxnSpPr>
                <a:stCxn id="1388" idx="3"/>
                <a:endCxn id="1401" idx="6"/>
              </p:cNvCxnSpPr>
              <p:nvPr/>
            </p:nvCxnSpPr>
            <p:spPr>
              <a:xfrm rot="10800000" flipH="1">
                <a:off x="5449161" y="-598892"/>
                <a:ext cx="833100" cy="883800"/>
              </a:xfrm>
              <a:prstGeom prst="straightConnector1">
                <a:avLst/>
              </a:prstGeom>
              <a:noFill/>
              <a:ln w="9525" cap="flat" cmpd="sng">
                <a:solidFill>
                  <a:schemeClr val="dk2"/>
                </a:solidFill>
                <a:prstDash val="solid"/>
                <a:round/>
                <a:headEnd type="none" w="med" len="med"/>
                <a:tailEnd type="none" w="med" len="med"/>
              </a:ln>
            </p:spPr>
          </p:cxnSp>
          <p:cxnSp>
            <p:nvCxnSpPr>
              <p:cNvPr id="1403" name="Google Shape;1403;p23"/>
              <p:cNvCxnSpPr>
                <a:stCxn id="1401" idx="2"/>
                <a:endCxn id="1383" idx="6"/>
              </p:cNvCxnSpPr>
              <p:nvPr/>
            </p:nvCxnSpPr>
            <p:spPr>
              <a:xfrm rot="10800000" flipH="1">
                <a:off x="6364402" y="-1116735"/>
                <a:ext cx="873000" cy="490800"/>
              </a:xfrm>
              <a:prstGeom prst="straightConnector1">
                <a:avLst/>
              </a:prstGeom>
              <a:noFill/>
              <a:ln w="9525" cap="flat" cmpd="sng">
                <a:solidFill>
                  <a:schemeClr val="dk2"/>
                </a:solidFill>
                <a:prstDash val="solid"/>
                <a:round/>
                <a:headEnd type="none" w="med" len="med"/>
                <a:tailEnd type="none" w="med" len="med"/>
              </a:ln>
            </p:spPr>
          </p:cxnSp>
          <p:cxnSp>
            <p:nvCxnSpPr>
              <p:cNvPr id="1404" name="Google Shape;1404;p23"/>
              <p:cNvCxnSpPr>
                <a:stCxn id="1401" idx="0"/>
                <a:endCxn id="1382" idx="4"/>
              </p:cNvCxnSpPr>
              <p:nvPr/>
            </p:nvCxnSpPr>
            <p:spPr>
              <a:xfrm>
                <a:off x="6336802" y="-571335"/>
                <a:ext cx="45000" cy="481500"/>
              </a:xfrm>
              <a:prstGeom prst="straightConnector1">
                <a:avLst/>
              </a:prstGeom>
              <a:noFill/>
              <a:ln w="9525" cap="flat" cmpd="sng">
                <a:solidFill>
                  <a:schemeClr val="dk2"/>
                </a:solidFill>
                <a:prstDash val="solid"/>
                <a:round/>
                <a:headEnd type="none" w="med" len="med"/>
                <a:tailEnd type="none" w="med" len="med"/>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w="9525" cap="flat" cmpd="sng">
                <a:solidFill>
                  <a:schemeClr val="dk2"/>
                </a:solidFill>
                <a:prstDash val="solid"/>
                <a:round/>
                <a:headEnd type="none" w="med" len="med"/>
                <a:tailEnd type="none" w="med" len="med"/>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7" name="Google Shape;1407;p23"/>
              <p:cNvCxnSpPr>
                <a:stCxn id="1383" idx="2"/>
                <a:endCxn id="1406" idx="7"/>
              </p:cNvCxnSpPr>
              <p:nvPr/>
            </p:nvCxnSpPr>
            <p:spPr>
              <a:xfrm rot="10800000" flipH="1">
                <a:off x="7489640" y="-1694927"/>
                <a:ext cx="458400" cy="4941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408;p23"/>
              <p:cNvCxnSpPr>
                <a:stCxn id="1406" idx="3"/>
                <a:endCxn id="1381" idx="7"/>
              </p:cNvCxnSpPr>
              <p:nvPr/>
            </p:nvCxnSpPr>
            <p:spPr>
              <a:xfrm rot="10800000" flipH="1">
                <a:off x="8005753" y="-2236000"/>
                <a:ext cx="286200" cy="4260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w="9525" cap="flat" cmpd="sng">
                <a:solidFill>
                  <a:schemeClr val="dk2"/>
                </a:solidFill>
                <a:prstDash val="solid"/>
                <a:round/>
                <a:headEnd type="none" w="med" len="med"/>
                <a:tailEnd type="none" w="med" len="med"/>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w="9525" cap="flat" cmpd="sng">
                <a:solidFill>
                  <a:schemeClr val="dk2"/>
                </a:solidFill>
                <a:prstDash val="solid"/>
                <a:round/>
                <a:headEnd type="none" w="med" len="med"/>
                <a:tailEnd type="none" w="med" len="med"/>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22" name="Google Shape;1422;p23"/>
              <p:cNvCxnSpPr>
                <a:stCxn id="1419" idx="4"/>
                <a:endCxn id="1417" idx="0"/>
              </p:cNvCxnSpPr>
              <p:nvPr/>
            </p:nvCxnSpPr>
            <p:spPr>
              <a:xfrm rot="10800000" flipH="1">
                <a:off x="3523426" y="6210771"/>
                <a:ext cx="179400" cy="1011300"/>
              </a:xfrm>
              <a:prstGeom prst="straightConnector1">
                <a:avLst/>
              </a:prstGeom>
              <a:noFill/>
              <a:ln w="9525" cap="flat" cmpd="sng">
                <a:solidFill>
                  <a:schemeClr val="dk2"/>
                </a:solidFill>
                <a:prstDash val="solid"/>
                <a:round/>
                <a:headEnd type="none" w="med" len="med"/>
                <a:tailEnd type="none" w="med" len="med"/>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w="9525" cap="flat" cmpd="sng">
                <a:solidFill>
                  <a:schemeClr val="dk2"/>
                </a:solidFill>
                <a:prstDash val="solid"/>
                <a:round/>
                <a:headEnd type="none" w="med" len="med"/>
                <a:tailEnd type="none" w="med" len="med"/>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w="9525" cap="flat" cmpd="sng">
                <a:solidFill>
                  <a:schemeClr val="dk2"/>
                </a:solidFill>
                <a:prstDash val="solid"/>
                <a:round/>
                <a:headEnd type="none" w="med" len="med"/>
                <a:tailEnd type="none" w="med" len="med"/>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w="9525" cap="flat" cmpd="sng">
                <a:solidFill>
                  <a:schemeClr val="dk2"/>
                </a:solidFill>
                <a:prstDash val="solid"/>
                <a:round/>
                <a:headEnd type="none" w="med" len="med"/>
                <a:tailEnd type="none" w="med" len="med"/>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w="9525" cap="flat" cmpd="sng">
                <a:solidFill>
                  <a:schemeClr val="dk2"/>
                </a:solidFill>
                <a:prstDash val="solid"/>
                <a:round/>
                <a:headEnd type="none" w="med" len="med"/>
                <a:tailEnd type="none" w="med" len="med"/>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w="9525" cap="flat" cmpd="sng">
                <a:solidFill>
                  <a:schemeClr val="dk2"/>
                </a:solidFill>
                <a:prstDash val="solid"/>
                <a:round/>
                <a:headEnd type="none" w="med" len="med"/>
                <a:tailEnd type="none" w="med" len="med"/>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w="9525" cap="flat" cmpd="sng">
                <a:solidFill>
                  <a:schemeClr val="dk2"/>
                </a:solidFill>
                <a:prstDash val="solid"/>
                <a:round/>
                <a:headEnd type="none" w="med" len="med"/>
                <a:tailEnd type="none" w="med" len="med"/>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w="9525" cap="flat" cmpd="sng">
                <a:solidFill>
                  <a:schemeClr val="dk2"/>
                </a:solidFill>
                <a:prstDash val="solid"/>
                <a:round/>
                <a:headEnd type="none" w="med" len="med"/>
                <a:tailEnd type="none" w="med" len="med"/>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w="9525" cap="flat" cmpd="sng">
                <a:solidFill>
                  <a:schemeClr val="dk2"/>
                </a:solidFill>
                <a:prstDash val="solid"/>
                <a:round/>
                <a:headEnd type="none" w="med" len="med"/>
                <a:tailEnd type="none" w="med" len="med"/>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w="9525" cap="flat" cmpd="sng">
                <a:solidFill>
                  <a:schemeClr val="dk2"/>
                </a:solidFill>
                <a:prstDash val="solid"/>
                <a:round/>
                <a:headEnd type="none" w="med" len="med"/>
                <a:tailEnd type="none" w="med" len="med"/>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w="9525" cap="flat" cmpd="sng">
                <a:solidFill>
                  <a:schemeClr val="dk2"/>
                </a:solidFill>
                <a:prstDash val="solid"/>
                <a:round/>
                <a:headEnd type="none" w="med" len="med"/>
                <a:tailEnd type="none" w="med" len="med"/>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w="9525" cap="flat" cmpd="sng">
                <a:solidFill>
                  <a:schemeClr val="dk2"/>
                </a:solidFill>
                <a:prstDash val="solid"/>
                <a:round/>
                <a:headEnd type="none" w="med" len="med"/>
                <a:tailEnd type="none" w="med" len="med"/>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1440" name="Google Shape;1440;p23"/>
              <p:cNvCxnSpPr>
                <a:stCxn id="1438" idx="1"/>
                <a:endCxn id="1416" idx="5"/>
              </p:cNvCxnSpPr>
              <p:nvPr/>
            </p:nvCxnSpPr>
            <p:spPr>
              <a:xfrm>
                <a:off x="874673" y="4954270"/>
                <a:ext cx="734100" cy="1029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42" name="Google Shape;1442;p23"/>
              <p:cNvCxnSpPr>
                <a:stCxn id="1438" idx="2"/>
                <a:endCxn id="1441" idx="5"/>
              </p:cNvCxnSpPr>
              <p:nvPr/>
            </p:nvCxnSpPr>
            <p:spPr>
              <a:xfrm rot="10800000" flipH="1">
                <a:off x="864609" y="4593367"/>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7" r:id="rId7"/>
    <p:sldLayoutId id="2147483658" r:id="rId8"/>
    <p:sldLayoutId id="2147483665" r:id="rId9"/>
    <p:sldLayoutId id="2147483668" r:id="rId10"/>
    <p:sldLayoutId id="214748366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4"/>
        <p:cNvGrpSpPr/>
        <p:nvPr/>
      </p:nvGrpSpPr>
      <p:grpSpPr>
        <a:xfrm>
          <a:off x="0" y="0"/>
          <a:ext cx="0" cy="0"/>
          <a:chOff x="0" y="0"/>
          <a:chExt cx="0" cy="0"/>
        </a:xfrm>
      </p:grpSpPr>
      <p:sp>
        <p:nvSpPr>
          <p:cNvPr id="1455" name="Google Shape;1455;p27"/>
          <p:cNvSpPr txBox="1">
            <a:spLocks noGrp="1"/>
          </p:cNvSpPr>
          <p:nvPr>
            <p:ph type="ctrTitle"/>
          </p:nvPr>
        </p:nvSpPr>
        <p:spPr>
          <a:xfrm>
            <a:off x="800325" y="1468875"/>
            <a:ext cx="7543800" cy="17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smtClean="0"/>
              <a:t>SQLite</a:t>
            </a:r>
            <a:r>
              <a:rPr lang="en" dirty="0" smtClean="0"/>
              <a:t/>
            </a:r>
            <a:br>
              <a:rPr lang="en" dirty="0" smtClean="0"/>
            </a:br>
            <a:r>
              <a:rPr lang="en" dirty="0" smtClean="0">
                <a:solidFill>
                  <a:schemeClr val="accent2">
                    <a:lumMod val="50000"/>
                  </a:schemeClr>
                </a:solidFill>
              </a:rPr>
              <a:t>Tutorial 3</a:t>
            </a:r>
            <a:endParaRPr dirty="0">
              <a:solidFill>
                <a:schemeClr val="accent2">
                  <a:lumMod val="50000"/>
                </a:schemeClr>
              </a:solidFill>
            </a:endParaRPr>
          </a:p>
        </p:txBody>
      </p:sp>
      <p:grpSp>
        <p:nvGrpSpPr>
          <p:cNvPr id="1457" name="Google Shape;1457;p27"/>
          <p:cNvGrpSpPr/>
          <p:nvPr/>
        </p:nvGrpSpPr>
        <p:grpSpPr>
          <a:xfrm>
            <a:off x="5381216" y="943141"/>
            <a:ext cx="401329" cy="434127"/>
            <a:chOff x="8667225" y="681525"/>
            <a:chExt cx="298275" cy="322675"/>
          </a:xfrm>
        </p:grpSpPr>
        <p:sp>
          <p:nvSpPr>
            <p:cNvPr id="1458" name="Google Shape;1458;p27"/>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59" name="Google Shape;1459;p27"/>
            <p:cNvSpPr/>
            <p:nvPr/>
          </p:nvSpPr>
          <p:spPr>
            <a:xfrm rot="10800000">
              <a:off x="8825400" y="681525"/>
              <a:ext cx="140100" cy="1401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0" name="Google Shape;1460;p27"/>
            <p:cNvSpPr/>
            <p:nvPr/>
          </p:nvSpPr>
          <p:spPr>
            <a:xfrm rot="10800000">
              <a:off x="8869800" y="952900"/>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461" name="Google Shape;1461;p27"/>
          <p:cNvGrpSpPr/>
          <p:nvPr/>
        </p:nvGrpSpPr>
        <p:grpSpPr>
          <a:xfrm rot="-2214200">
            <a:off x="1270062" y="3832191"/>
            <a:ext cx="501360" cy="695474"/>
            <a:chOff x="140150" y="4340075"/>
            <a:chExt cx="406275" cy="563575"/>
          </a:xfrm>
        </p:grpSpPr>
        <p:sp>
          <p:nvSpPr>
            <p:cNvPr id="1462" name="Google Shape;1462;p27"/>
            <p:cNvSpPr/>
            <p:nvPr/>
          </p:nvSpPr>
          <p:spPr>
            <a:xfrm rot="10800000">
              <a:off x="140150" y="4340075"/>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3" name="Google Shape;1463;p27"/>
            <p:cNvSpPr/>
            <p:nvPr/>
          </p:nvSpPr>
          <p:spPr>
            <a:xfrm rot="10800000">
              <a:off x="298325" y="465717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4" name="Google Shape;1464;p27"/>
            <p:cNvSpPr/>
            <p:nvPr/>
          </p:nvSpPr>
          <p:spPr>
            <a:xfrm rot="10800000">
              <a:off x="495125" y="4852350"/>
              <a:ext cx="51300" cy="51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5" name="Google Shape;1465;p27"/>
            <p:cNvSpPr/>
            <p:nvPr/>
          </p:nvSpPr>
          <p:spPr>
            <a:xfrm rot="10800000">
              <a:off x="165050" y="4657175"/>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32"/>
          <p:cNvSpPr txBox="1">
            <a:spLocks noGrp="1"/>
          </p:cNvSpPr>
          <p:nvPr>
            <p:ph type="title"/>
          </p:nvPr>
        </p:nvSpPr>
        <p:spPr>
          <a:xfrm>
            <a:off x="865625" y="472800"/>
            <a:ext cx="3668400" cy="58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What is Database?</a:t>
            </a:r>
            <a:endParaRPr dirty="0"/>
          </a:p>
        </p:txBody>
      </p:sp>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7398044" y="3709154"/>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2" name="AutoShape 2" descr="Database Design - Knowledge 4 Busine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Database Design - Knowledge 4 Busin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1771" y="1111330"/>
            <a:ext cx="2995093" cy="2995093"/>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3"/>
          <p:cNvSpPr>
            <a:spLocks noGrp="1"/>
          </p:cNvSpPr>
          <p:nvPr>
            <p:ph type="subTitle" idx="1"/>
          </p:nvPr>
        </p:nvSpPr>
        <p:spPr>
          <a:xfrm>
            <a:off x="1311338" y="4183173"/>
            <a:ext cx="6566850" cy="633677"/>
          </a:xfrm>
        </p:spPr>
        <p:txBody>
          <a:bodyPr/>
          <a:lstStyle/>
          <a:p>
            <a:pPr marL="139700" indent="0" algn="ctr">
              <a:buNone/>
            </a:pPr>
            <a:r>
              <a:rPr lang="en-US" sz="1800" dirty="0" smtClean="0"/>
              <a:t>It is a </a:t>
            </a:r>
            <a:r>
              <a:rPr lang="en-US" sz="1800" dirty="0"/>
              <a:t>s</a:t>
            </a:r>
            <a:r>
              <a:rPr lang="en-US" sz="1800" dirty="0" smtClean="0"/>
              <a:t>tructure in which you can store, access, and manipulate data.</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32"/>
          <p:cNvSpPr txBox="1">
            <a:spLocks noGrp="1"/>
          </p:cNvSpPr>
          <p:nvPr>
            <p:ph type="title"/>
          </p:nvPr>
        </p:nvSpPr>
        <p:spPr>
          <a:xfrm>
            <a:off x="865625" y="472800"/>
            <a:ext cx="3668400" cy="58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What is Database?</a:t>
            </a:r>
            <a:endParaRPr dirty="0"/>
          </a:p>
        </p:txBody>
      </p:sp>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7398044" y="3709154"/>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2" name="AutoShape 2" descr="Database Design - Knowledge 4 Busine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Subtitle 3"/>
          <p:cNvSpPr>
            <a:spLocks noGrp="1"/>
          </p:cNvSpPr>
          <p:nvPr>
            <p:ph type="subTitle" idx="1"/>
          </p:nvPr>
        </p:nvSpPr>
        <p:spPr>
          <a:xfrm>
            <a:off x="1311338" y="4183173"/>
            <a:ext cx="6566850" cy="633677"/>
          </a:xfrm>
        </p:spPr>
        <p:txBody>
          <a:bodyPr/>
          <a:lstStyle/>
          <a:p>
            <a:pPr marL="139700" indent="0" algn="ctr">
              <a:buNone/>
            </a:pPr>
            <a:r>
              <a:rPr lang="en-US" sz="1800" dirty="0"/>
              <a:t>From a visual perspective, a database looks like a set of tables each having different column headers and rows.</a:t>
            </a:r>
            <a:endParaRPr lang="en-US" sz="18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9243" y="1416355"/>
            <a:ext cx="4044664" cy="2694757"/>
          </a:xfrm>
          <a:prstGeom prst="rect">
            <a:avLst/>
          </a:prstGeom>
        </p:spPr>
      </p:pic>
    </p:spTree>
    <p:extLst>
      <p:ext uri="{BB962C8B-B14F-4D97-AF65-F5344CB8AC3E}">
        <p14:creationId xmlns:p14="http://schemas.microsoft.com/office/powerpoint/2010/main" val="277087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32"/>
          <p:cNvSpPr txBox="1">
            <a:spLocks noGrp="1"/>
          </p:cNvSpPr>
          <p:nvPr>
            <p:ph type="title"/>
          </p:nvPr>
        </p:nvSpPr>
        <p:spPr>
          <a:xfrm>
            <a:off x="865625" y="472800"/>
            <a:ext cx="3668400" cy="58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What is Database?</a:t>
            </a:r>
            <a:endParaRPr dirty="0"/>
          </a:p>
        </p:txBody>
      </p:sp>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7398044" y="3709154"/>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2" name="AutoShape 2" descr="Database Design - Knowledge 4 Busine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Subtitle 4"/>
          <p:cNvSpPr>
            <a:spLocks noGrp="1"/>
          </p:cNvSpPr>
          <p:nvPr>
            <p:ph type="subTitle" idx="1"/>
          </p:nvPr>
        </p:nvSpPr>
        <p:spPr>
          <a:xfrm>
            <a:off x="865624" y="1621843"/>
            <a:ext cx="4291591" cy="2982300"/>
          </a:xfrm>
        </p:spPr>
        <p:txBody>
          <a:bodyPr/>
          <a:lstStyle/>
          <a:p>
            <a:r>
              <a:rPr lang="en-US" sz="1800" dirty="0"/>
              <a:t>In order to work with a database, we make use of a </a:t>
            </a:r>
            <a:r>
              <a:rPr lang="en-US" sz="2400" b="1" dirty="0">
                <a:solidFill>
                  <a:schemeClr val="accent1">
                    <a:lumMod val="50000"/>
                  </a:schemeClr>
                </a:solidFill>
              </a:rPr>
              <a:t>S</a:t>
            </a:r>
            <a:r>
              <a:rPr lang="en-US" sz="1800" dirty="0"/>
              <a:t>tructured </a:t>
            </a:r>
            <a:r>
              <a:rPr lang="en-US" sz="2400" b="1" dirty="0">
                <a:solidFill>
                  <a:schemeClr val="tx2">
                    <a:lumMod val="75000"/>
                  </a:schemeClr>
                </a:solidFill>
              </a:rPr>
              <a:t>Q</a:t>
            </a:r>
            <a:r>
              <a:rPr lang="en-US" sz="1800" dirty="0"/>
              <a:t>uery </a:t>
            </a:r>
            <a:r>
              <a:rPr lang="en-US" sz="2400" b="1" dirty="0">
                <a:solidFill>
                  <a:schemeClr val="accent2">
                    <a:lumMod val="50000"/>
                  </a:schemeClr>
                </a:solidFill>
              </a:rPr>
              <a:t>L</a:t>
            </a:r>
            <a:r>
              <a:rPr lang="en-US" sz="1800" dirty="0"/>
              <a:t>anguage or </a:t>
            </a:r>
            <a:r>
              <a:rPr lang="en-US" sz="1800" b="1" dirty="0" smtClean="0">
                <a:solidFill>
                  <a:schemeClr val="accent1">
                    <a:lumMod val="50000"/>
                  </a:schemeClr>
                </a:solidFill>
              </a:rPr>
              <a:t>S</a:t>
            </a:r>
            <a:r>
              <a:rPr lang="en-US" sz="1800" b="1" dirty="0" smtClean="0">
                <a:solidFill>
                  <a:schemeClr val="tx2">
                    <a:lumMod val="50000"/>
                  </a:schemeClr>
                </a:solidFill>
              </a:rPr>
              <a:t>Q</a:t>
            </a:r>
            <a:r>
              <a:rPr lang="en-US" sz="1800" b="1" dirty="0" smtClean="0">
                <a:solidFill>
                  <a:schemeClr val="accent2">
                    <a:lumMod val="50000"/>
                  </a:schemeClr>
                </a:solidFill>
              </a:rPr>
              <a:t>L</a:t>
            </a:r>
            <a:r>
              <a:rPr lang="en-US" sz="1800" dirty="0" smtClean="0"/>
              <a:t>.</a:t>
            </a:r>
          </a:p>
          <a:p>
            <a:pPr marL="139700" indent="0">
              <a:buNone/>
            </a:pPr>
            <a:endParaRPr lang="en-US" sz="1800" dirty="0" smtClean="0"/>
          </a:p>
          <a:p>
            <a:r>
              <a:rPr lang="en-US" sz="1800" dirty="0" smtClean="0"/>
              <a:t>The </a:t>
            </a:r>
            <a:r>
              <a:rPr lang="en-US" sz="1800" dirty="0"/>
              <a:t>operations we perform through SQL are called </a:t>
            </a:r>
            <a:r>
              <a:rPr lang="en-US" sz="2400" b="1" dirty="0" smtClean="0">
                <a:solidFill>
                  <a:schemeClr val="accent3">
                    <a:lumMod val="50000"/>
                  </a:schemeClr>
                </a:solidFill>
              </a:rPr>
              <a:t>queries.</a:t>
            </a:r>
            <a:endParaRPr lang="en-US" sz="1800" b="1" dirty="0">
              <a:solidFill>
                <a:schemeClr val="accent3">
                  <a:lumMod val="50000"/>
                </a:schemeClr>
              </a:solidFill>
            </a:endParaRPr>
          </a:p>
        </p:txBody>
      </p:sp>
      <p:pic>
        <p:nvPicPr>
          <p:cNvPr id="4098" name="Picture 2" descr="What is SQL Database: Structure, Types, Examp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4857" y="1801377"/>
            <a:ext cx="3198188" cy="1798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1358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4"/>
        <p:cNvGrpSpPr/>
        <p:nvPr/>
      </p:nvGrpSpPr>
      <p:grpSpPr>
        <a:xfrm>
          <a:off x="0" y="0"/>
          <a:ext cx="0" cy="0"/>
          <a:chOff x="0" y="0"/>
          <a:chExt cx="0" cy="0"/>
        </a:xfrm>
      </p:grpSpPr>
      <p:sp>
        <p:nvSpPr>
          <p:cNvPr id="1685" name="Google Shape;1685;p37"/>
          <p:cNvSpPr txBox="1">
            <a:spLocks noGrp="1"/>
          </p:cNvSpPr>
          <p:nvPr>
            <p:ph type="title"/>
          </p:nvPr>
        </p:nvSpPr>
        <p:spPr>
          <a:xfrm>
            <a:off x="1045994" y="1168656"/>
            <a:ext cx="7415253" cy="16494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dirty="0" smtClean="0"/>
              <a:t>Excel is not a database !</a:t>
            </a:r>
            <a:br>
              <a:rPr lang="en" sz="4800" dirty="0" smtClean="0"/>
            </a:br>
            <a:r>
              <a:rPr lang="en" sz="4800" dirty="0" smtClean="0"/>
              <a:t>It is a </a:t>
            </a:r>
            <a:r>
              <a:rPr lang="en" sz="4800" dirty="0" smtClean="0">
                <a:solidFill>
                  <a:schemeClr val="tx2">
                    <a:lumMod val="75000"/>
                  </a:schemeClr>
                </a:solidFill>
              </a:rPr>
              <a:t>SPREADSHEET</a:t>
            </a:r>
            <a:endParaRPr sz="4800" dirty="0">
              <a:solidFill>
                <a:schemeClr val="tx2">
                  <a:lumMod val="75000"/>
                </a:schemeClr>
              </a:solidFill>
            </a:endParaRPr>
          </a:p>
        </p:txBody>
      </p:sp>
      <p:grpSp>
        <p:nvGrpSpPr>
          <p:cNvPr id="1687" name="Google Shape;1687;p37"/>
          <p:cNvGrpSpPr/>
          <p:nvPr/>
        </p:nvGrpSpPr>
        <p:grpSpPr>
          <a:xfrm>
            <a:off x="1375500" y="910514"/>
            <a:ext cx="6442255" cy="3335949"/>
            <a:chOff x="1375500" y="910514"/>
            <a:chExt cx="6442255" cy="3335949"/>
          </a:xfrm>
        </p:grpSpPr>
        <p:grpSp>
          <p:nvGrpSpPr>
            <p:cNvPr id="1688" name="Google Shape;1688;p37"/>
            <p:cNvGrpSpPr/>
            <p:nvPr/>
          </p:nvGrpSpPr>
          <p:grpSpPr>
            <a:xfrm rot="6922716">
              <a:off x="7360574" y="1015273"/>
              <a:ext cx="435969" cy="322677"/>
              <a:chOff x="8529533" y="681525"/>
              <a:chExt cx="435967" cy="322675"/>
            </a:xfrm>
          </p:grpSpPr>
          <p:sp>
            <p:nvSpPr>
              <p:cNvPr id="1689" name="Google Shape;1689;p37"/>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Lato"/>
                  <a:ea typeface="Lato"/>
                  <a:cs typeface="Lato"/>
                  <a:sym typeface="Lato"/>
                </a:endParaRPr>
              </a:p>
            </p:txBody>
          </p:sp>
          <p:sp>
            <p:nvSpPr>
              <p:cNvPr id="1690" name="Google Shape;1690;p37"/>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Lato"/>
                  <a:ea typeface="Lato"/>
                  <a:cs typeface="Lato"/>
                  <a:sym typeface="Lato"/>
                </a:endParaRPr>
              </a:p>
            </p:txBody>
          </p:sp>
          <p:sp>
            <p:nvSpPr>
              <p:cNvPr id="1691" name="Google Shape;1691;p37"/>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Lato"/>
                  <a:ea typeface="Lato"/>
                  <a:cs typeface="Lato"/>
                  <a:sym typeface="Lato"/>
                </a:endParaRPr>
              </a:p>
            </p:txBody>
          </p:sp>
        </p:grpSp>
        <p:grpSp>
          <p:nvGrpSpPr>
            <p:cNvPr id="1692" name="Google Shape;1692;p37"/>
            <p:cNvGrpSpPr/>
            <p:nvPr/>
          </p:nvGrpSpPr>
          <p:grpSpPr>
            <a:xfrm>
              <a:off x="1375500" y="3682887"/>
              <a:ext cx="406275" cy="563575"/>
              <a:chOff x="140150" y="4340075"/>
              <a:chExt cx="406275" cy="563575"/>
            </a:xfrm>
          </p:grpSpPr>
          <p:sp>
            <p:nvSpPr>
              <p:cNvPr id="1693" name="Google Shape;1693;p37"/>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Lato"/>
                  <a:ea typeface="Lato"/>
                  <a:cs typeface="Lato"/>
                  <a:sym typeface="Lato"/>
                </a:endParaRPr>
              </a:p>
            </p:txBody>
          </p:sp>
          <p:sp>
            <p:nvSpPr>
              <p:cNvPr id="1694" name="Google Shape;1694;p37"/>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Lato"/>
                  <a:ea typeface="Lato"/>
                  <a:cs typeface="Lato"/>
                  <a:sym typeface="Lato"/>
                </a:endParaRPr>
              </a:p>
            </p:txBody>
          </p:sp>
          <p:sp>
            <p:nvSpPr>
              <p:cNvPr id="1695" name="Google Shape;1695;p37"/>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Lato"/>
                  <a:ea typeface="Lato"/>
                  <a:cs typeface="Lato"/>
                  <a:sym typeface="Lato"/>
                </a:endParaRPr>
              </a:p>
            </p:txBody>
          </p:sp>
          <p:sp>
            <p:nvSpPr>
              <p:cNvPr id="1696" name="Google Shape;1696;p37"/>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Lato"/>
                  <a:ea typeface="Lato"/>
                  <a:cs typeface="Lato"/>
                  <a:sym typeface="Lato"/>
                </a:endParaRPr>
              </a:p>
            </p:txBody>
          </p:sp>
        </p:grpSp>
      </p:grpSp>
      <p:sp>
        <p:nvSpPr>
          <p:cNvPr id="3" name="AutoShape 2" descr="Microsoft Excel - Wikipedia"/>
          <p:cNvSpPr>
            <a:spLocks noChangeAspect="1" noChangeArrowheads="1"/>
          </p:cNvSpPr>
          <p:nvPr/>
        </p:nvSpPr>
        <p:spPr bwMode="auto">
          <a:xfrm>
            <a:off x="313750" y="601317"/>
            <a:ext cx="285959" cy="2859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Microsoft Excel - Wikipedia"/>
          <p:cNvSpPr>
            <a:spLocks noChangeAspect="1" noChangeArrowheads="1"/>
          </p:cNvSpPr>
          <p:nvPr/>
        </p:nvSpPr>
        <p:spPr bwMode="auto">
          <a:xfrm>
            <a:off x="466150" y="753717"/>
            <a:ext cx="285959" cy="2859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descr="https://upload.wikimedia.org/wikipedia/commons/thumb/6/60/Microsoft_Office_Excel_%282025%E2%80%93present%29.svg/250px-Microsoft_Office_Excel_%282025%E2%80%93present%29.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9975" y="2947671"/>
            <a:ext cx="1710122" cy="17648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5"/>
          <p:cNvSpPr txBox="1">
            <a:spLocks noGrp="1"/>
          </p:cNvSpPr>
          <p:nvPr>
            <p:ph type="title"/>
          </p:nvPr>
        </p:nvSpPr>
        <p:spPr>
          <a:xfrm>
            <a:off x="-457107" y="1179630"/>
            <a:ext cx="3553875" cy="2624213"/>
          </a:xfrm>
          <a:prstGeom prst="rect">
            <a:avLst/>
          </a:prstGeom>
        </p:spPr>
        <p:txBody>
          <a:bodyPr spcFirstLastPara="1" wrap="square" lIns="91425" tIns="91425" rIns="91425" bIns="91425" anchor="ctr" anchorCtr="0">
            <a:noAutofit/>
          </a:bodyPr>
          <a:lstStyle/>
          <a:p>
            <a:r>
              <a:rPr lang="en-US" sz="3600" dirty="0" smtClean="0"/>
              <a:t>Examples of Database Systems</a:t>
            </a:r>
            <a:endParaRPr lang="en-US" sz="3600" dirty="0"/>
          </a:p>
        </p:txBody>
      </p:sp>
      <p:grpSp>
        <p:nvGrpSpPr>
          <p:cNvPr id="1592" name="Google Shape;1592;p35"/>
          <p:cNvGrpSpPr/>
          <p:nvPr/>
        </p:nvGrpSpPr>
        <p:grpSpPr>
          <a:xfrm flipH="1">
            <a:off x="1119165" y="745503"/>
            <a:ext cx="401329" cy="434127"/>
            <a:chOff x="8667225" y="681525"/>
            <a:chExt cx="298275" cy="322675"/>
          </a:xfrm>
        </p:grpSpPr>
        <p:sp>
          <p:nvSpPr>
            <p:cNvPr id="1593" name="Google Shape;1593;p35"/>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4" name="Google Shape;1594;p35"/>
            <p:cNvSpPr/>
            <p:nvPr/>
          </p:nvSpPr>
          <p:spPr>
            <a:xfrm rot="10800000">
              <a:off x="8825400" y="681525"/>
              <a:ext cx="140100" cy="1401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5" name="Google Shape;1595;p35"/>
            <p:cNvSpPr/>
            <p:nvPr/>
          </p:nvSpPr>
          <p:spPr>
            <a:xfrm rot="10800000">
              <a:off x="8869800" y="952900"/>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2" name="Rectangle 1"/>
          <p:cNvSpPr/>
          <p:nvPr/>
        </p:nvSpPr>
        <p:spPr>
          <a:xfrm>
            <a:off x="0" y="0"/>
            <a:ext cx="2718816" cy="51435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3" name="Picture 12" descr="A red cylinder with a white letter&#10;&#10;Description automatically generated">
            <a:extLst>
              <a:ext uri="{FF2B5EF4-FFF2-40B4-BE49-F238E27FC236}">
                <a16:creationId xmlns:a16="http://schemas.microsoft.com/office/drawing/2014/main" id="{ABA7A495-1602-5D17-78D9-BDBBDB1BB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3175" y="790618"/>
            <a:ext cx="1452596" cy="1420411"/>
          </a:xfrm>
          <a:prstGeom prst="rect">
            <a:avLst/>
          </a:prstGeom>
        </p:spPr>
      </p:pic>
      <p:pic>
        <p:nvPicPr>
          <p:cNvPr id="14" name="Picture 13" descr="A close up of a logo">
            <a:extLst>
              <a:ext uri="{FF2B5EF4-FFF2-40B4-BE49-F238E27FC236}">
                <a16:creationId xmlns:a16="http://schemas.microsoft.com/office/drawing/2014/main" id="{BE0A9475-3F10-E967-0032-0CF4F925AB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4230" y="2516199"/>
            <a:ext cx="3067789" cy="1644335"/>
          </a:xfrm>
          <a:prstGeom prst="rect">
            <a:avLst/>
          </a:prstGeom>
        </p:spPr>
      </p:pic>
      <p:pic>
        <p:nvPicPr>
          <p:cNvPr id="15" name="Picture 14" descr="A dolphin and text on a white background&#10;&#10;Description automatically generated">
            <a:extLst>
              <a:ext uri="{FF2B5EF4-FFF2-40B4-BE49-F238E27FC236}">
                <a16:creationId xmlns:a16="http://schemas.microsoft.com/office/drawing/2014/main" id="{7B7D2869-F3B8-A24E-DE78-ADC0378A15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7433" y="2485897"/>
            <a:ext cx="2750312" cy="13983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5"/>
          <p:cNvSpPr txBox="1">
            <a:spLocks noGrp="1"/>
          </p:cNvSpPr>
          <p:nvPr>
            <p:ph type="title"/>
          </p:nvPr>
        </p:nvSpPr>
        <p:spPr>
          <a:xfrm>
            <a:off x="-457107" y="1179630"/>
            <a:ext cx="3553875" cy="2624213"/>
          </a:xfrm>
          <a:prstGeom prst="rect">
            <a:avLst/>
          </a:prstGeom>
        </p:spPr>
        <p:txBody>
          <a:bodyPr spcFirstLastPara="1" wrap="square" lIns="91425" tIns="91425" rIns="91425" bIns="91425" anchor="ctr" anchorCtr="0">
            <a:noAutofit/>
          </a:bodyPr>
          <a:lstStyle/>
          <a:p>
            <a:r>
              <a:rPr lang="en-US" sz="3600" dirty="0" smtClean="0"/>
              <a:t>Examples of Database Systems</a:t>
            </a:r>
            <a:endParaRPr lang="en-US" sz="3600" dirty="0"/>
          </a:p>
        </p:txBody>
      </p:sp>
      <p:grpSp>
        <p:nvGrpSpPr>
          <p:cNvPr id="1592" name="Google Shape;1592;p35"/>
          <p:cNvGrpSpPr/>
          <p:nvPr/>
        </p:nvGrpSpPr>
        <p:grpSpPr>
          <a:xfrm flipH="1">
            <a:off x="1119165" y="745503"/>
            <a:ext cx="401329" cy="434127"/>
            <a:chOff x="8667225" y="681525"/>
            <a:chExt cx="298275" cy="322675"/>
          </a:xfrm>
        </p:grpSpPr>
        <p:sp>
          <p:nvSpPr>
            <p:cNvPr id="1593" name="Google Shape;1593;p35"/>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4" name="Google Shape;1594;p35"/>
            <p:cNvSpPr/>
            <p:nvPr/>
          </p:nvSpPr>
          <p:spPr>
            <a:xfrm rot="10800000">
              <a:off x="8825400" y="681525"/>
              <a:ext cx="140100" cy="1401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5" name="Google Shape;1595;p35"/>
            <p:cNvSpPr/>
            <p:nvPr/>
          </p:nvSpPr>
          <p:spPr>
            <a:xfrm rot="10800000">
              <a:off x="8869800" y="952900"/>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2" name="Rectangle 1"/>
          <p:cNvSpPr/>
          <p:nvPr/>
        </p:nvSpPr>
        <p:spPr>
          <a:xfrm>
            <a:off x="0" y="0"/>
            <a:ext cx="2718816" cy="514350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5122" name="Picture 2" descr="▷ Best SQLite Course On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3875" y="1179630"/>
            <a:ext cx="4123817" cy="3092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4196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1" name="Google Shape;1481;p29"/>
          <p:cNvSpPr txBox="1">
            <a:spLocks noGrp="1"/>
          </p:cNvSpPr>
          <p:nvPr>
            <p:ph type="title" idx="5"/>
          </p:nvPr>
        </p:nvSpPr>
        <p:spPr>
          <a:xfrm>
            <a:off x="720000" y="1850249"/>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tx2">
                    <a:lumMod val="75000"/>
                  </a:schemeClr>
                </a:solidFill>
              </a:rPr>
              <a:t>01</a:t>
            </a:r>
            <a:endParaRPr dirty="0">
              <a:solidFill>
                <a:schemeClr val="tx2">
                  <a:lumMod val="75000"/>
                </a:schemeClr>
              </a:solidFill>
            </a:endParaRPr>
          </a:p>
        </p:txBody>
      </p:sp>
      <p:sp>
        <p:nvSpPr>
          <p:cNvPr id="1484" name="Google Shape;1484;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SQLite3</a:t>
            </a:r>
            <a:endParaRPr dirty="0"/>
          </a:p>
        </p:txBody>
      </p:sp>
      <p:sp>
        <p:nvSpPr>
          <p:cNvPr id="1485" name="Google Shape;1485;p29"/>
          <p:cNvSpPr txBox="1">
            <a:spLocks noGrp="1"/>
          </p:cNvSpPr>
          <p:nvPr>
            <p:ph type="subTitle" idx="3"/>
          </p:nvPr>
        </p:nvSpPr>
        <p:spPr>
          <a:xfrm>
            <a:off x="1536150" y="3639474"/>
            <a:ext cx="2884800" cy="93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We need to create a </a:t>
            </a:r>
            <a:r>
              <a:rPr lang="en" dirty="0" smtClean="0">
                <a:solidFill>
                  <a:schemeClr val="accent3">
                    <a:lumMod val="75000"/>
                  </a:schemeClr>
                </a:solidFill>
              </a:rPr>
              <a:t>cursor</a:t>
            </a:r>
            <a:r>
              <a:rPr lang="en" dirty="0" smtClean="0"/>
              <a:t> that allows us to navigate the datbase and execute queries</a:t>
            </a:r>
            <a:endParaRPr sz="1600" dirty="0"/>
          </a:p>
        </p:txBody>
      </p:sp>
      <p:sp>
        <p:nvSpPr>
          <p:cNvPr id="1486" name="Google Shape;1486;p29"/>
          <p:cNvSpPr txBox="1">
            <a:spLocks noGrp="1"/>
          </p:cNvSpPr>
          <p:nvPr>
            <p:ph type="subTitle" idx="1"/>
          </p:nvPr>
        </p:nvSpPr>
        <p:spPr>
          <a:xfrm>
            <a:off x="1536150" y="1953898"/>
            <a:ext cx="2884800" cy="9591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We need to import the library </a:t>
            </a:r>
            <a:r>
              <a:rPr lang="en" dirty="0" smtClean="0">
                <a:solidFill>
                  <a:schemeClr val="tx2">
                    <a:lumMod val="75000"/>
                  </a:schemeClr>
                </a:solidFill>
              </a:rPr>
              <a:t>sqlite3</a:t>
            </a:r>
            <a:r>
              <a:rPr lang="en" dirty="0" smtClean="0"/>
              <a:t> </a:t>
            </a:r>
            <a:r>
              <a:rPr lang="en" dirty="0" smtClean="0">
                <a:sym typeface="Wingdings" panose="05000000000000000000" pitchFamily="2" charset="2"/>
              </a:rPr>
              <a:t> we have to install it using pip if python version is old</a:t>
            </a:r>
            <a:endParaRPr dirty="0"/>
          </a:p>
        </p:txBody>
      </p:sp>
      <p:sp>
        <p:nvSpPr>
          <p:cNvPr id="1487" name="Google Shape;1487;p29"/>
          <p:cNvSpPr txBox="1">
            <a:spLocks noGrp="1"/>
          </p:cNvSpPr>
          <p:nvPr>
            <p:ph type="subTitle" idx="2"/>
          </p:nvPr>
        </p:nvSpPr>
        <p:spPr>
          <a:xfrm>
            <a:off x="5539200" y="1953899"/>
            <a:ext cx="2884800" cy="9591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We need to connect to the database in order to work with it and save the </a:t>
            </a:r>
            <a:r>
              <a:rPr lang="en" dirty="0" smtClean="0">
                <a:solidFill>
                  <a:schemeClr val="accent1">
                    <a:lumMod val="75000"/>
                  </a:schemeClr>
                </a:solidFill>
              </a:rPr>
              <a:t>connection</a:t>
            </a:r>
            <a:r>
              <a:rPr lang="en" dirty="0" smtClean="0"/>
              <a:t> object.</a:t>
            </a:r>
            <a:endParaRPr dirty="0"/>
          </a:p>
        </p:txBody>
      </p:sp>
      <p:sp>
        <p:nvSpPr>
          <p:cNvPr id="1488" name="Google Shape;1488;p29"/>
          <p:cNvSpPr txBox="1">
            <a:spLocks noGrp="1"/>
          </p:cNvSpPr>
          <p:nvPr>
            <p:ph type="subTitle" idx="4"/>
          </p:nvPr>
        </p:nvSpPr>
        <p:spPr>
          <a:xfrm>
            <a:off x="5539200" y="3639474"/>
            <a:ext cx="2884800" cy="8849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It </a:t>
            </a:r>
            <a:r>
              <a:rPr lang="en-US" dirty="0" smtClean="0"/>
              <a:t>is a good practice to </a:t>
            </a:r>
            <a:r>
              <a:rPr lang="en-US" dirty="0" smtClean="0">
                <a:solidFill>
                  <a:schemeClr val="accent2">
                    <a:lumMod val="75000"/>
                  </a:schemeClr>
                </a:solidFill>
              </a:rPr>
              <a:t>close</a:t>
            </a:r>
            <a:r>
              <a:rPr lang="en-US" dirty="0" smtClean="0"/>
              <a:t> the connection when we are done working with database.</a:t>
            </a:r>
            <a:endParaRPr dirty="0"/>
          </a:p>
        </p:txBody>
      </p:sp>
      <p:sp>
        <p:nvSpPr>
          <p:cNvPr id="1489" name="Google Shape;1489;p29"/>
          <p:cNvSpPr txBox="1">
            <a:spLocks noGrp="1"/>
          </p:cNvSpPr>
          <p:nvPr>
            <p:ph type="title" idx="6"/>
          </p:nvPr>
        </p:nvSpPr>
        <p:spPr>
          <a:xfrm>
            <a:off x="720000" y="3506724"/>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accent3">
                    <a:lumMod val="75000"/>
                  </a:schemeClr>
                </a:solidFill>
              </a:rPr>
              <a:t>03</a:t>
            </a:r>
            <a:endParaRPr dirty="0">
              <a:solidFill>
                <a:schemeClr val="accent3">
                  <a:lumMod val="75000"/>
                </a:schemeClr>
              </a:solidFill>
            </a:endParaRPr>
          </a:p>
        </p:txBody>
      </p:sp>
      <p:sp>
        <p:nvSpPr>
          <p:cNvPr id="1490" name="Google Shape;1490;p29"/>
          <p:cNvSpPr txBox="1">
            <a:spLocks noGrp="1"/>
          </p:cNvSpPr>
          <p:nvPr>
            <p:ph type="title" idx="7"/>
          </p:nvPr>
        </p:nvSpPr>
        <p:spPr>
          <a:xfrm>
            <a:off x="4646800" y="1850249"/>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accent1">
                    <a:lumMod val="75000"/>
                  </a:schemeClr>
                </a:solidFill>
              </a:rPr>
              <a:t>02</a:t>
            </a:r>
            <a:endParaRPr dirty="0">
              <a:solidFill>
                <a:schemeClr val="accent1">
                  <a:lumMod val="75000"/>
                </a:schemeClr>
              </a:solidFill>
            </a:endParaRPr>
          </a:p>
        </p:txBody>
      </p:sp>
      <p:sp>
        <p:nvSpPr>
          <p:cNvPr id="1491" name="Google Shape;1491;p29"/>
          <p:cNvSpPr txBox="1">
            <a:spLocks noGrp="1"/>
          </p:cNvSpPr>
          <p:nvPr>
            <p:ph type="title" idx="8"/>
          </p:nvPr>
        </p:nvSpPr>
        <p:spPr>
          <a:xfrm>
            <a:off x="4646800" y="3506724"/>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accent2">
                    <a:lumMod val="75000"/>
                  </a:schemeClr>
                </a:solidFill>
              </a:rPr>
              <a:t>04</a:t>
            </a:r>
            <a:endParaRPr dirty="0">
              <a:solidFill>
                <a:schemeClr val="accent2">
                  <a:lumMod val="75000"/>
                </a:schemeClr>
              </a:solidFill>
            </a:endParaRPr>
          </a:p>
        </p:txBody>
      </p:sp>
      <p:sp>
        <p:nvSpPr>
          <p:cNvPr id="18" name="TextBox 17"/>
          <p:cNvSpPr txBox="1"/>
          <p:nvPr/>
        </p:nvSpPr>
        <p:spPr>
          <a:xfrm>
            <a:off x="902208" y="1146048"/>
            <a:ext cx="7363968" cy="369332"/>
          </a:xfrm>
          <a:prstGeom prst="rect">
            <a:avLst/>
          </a:prstGeom>
          <a:noFill/>
        </p:spPr>
        <p:txBody>
          <a:bodyPr wrap="square" rtlCol="0">
            <a:spAutoFit/>
          </a:bodyPr>
          <a:lstStyle/>
          <a:p>
            <a:r>
              <a:rPr lang="en-US" sz="1800" dirty="0" smtClean="0">
                <a:solidFill>
                  <a:schemeClr val="tx2">
                    <a:lumMod val="50000"/>
                  </a:schemeClr>
                </a:solidFill>
              </a:rPr>
              <a:t>Simple and light database systems that can be used with Python.</a:t>
            </a:r>
            <a:endParaRPr lang="en-US" sz="1800" dirty="0">
              <a:solidFill>
                <a:schemeClr val="tx2">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86">
                                            <p:txEl>
                                              <p:pRg st="0" end="0"/>
                                            </p:txEl>
                                          </p:spTgt>
                                        </p:tgtEl>
                                        <p:attrNameLst>
                                          <p:attrName>style.visibility</p:attrName>
                                        </p:attrNameLst>
                                      </p:cBhvr>
                                      <p:to>
                                        <p:strVal val="visible"/>
                                      </p:to>
                                    </p:set>
                                    <p:animEffect transition="in" filter="fade">
                                      <p:cBhvr>
                                        <p:cTn id="7" dur="500"/>
                                        <p:tgtEl>
                                          <p:spTgt spid="14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87">
                                            <p:txEl>
                                              <p:pRg st="0" end="0"/>
                                            </p:txEl>
                                          </p:spTgt>
                                        </p:tgtEl>
                                        <p:attrNameLst>
                                          <p:attrName>style.visibility</p:attrName>
                                        </p:attrNameLst>
                                      </p:cBhvr>
                                      <p:to>
                                        <p:strVal val="visible"/>
                                      </p:to>
                                    </p:set>
                                    <p:animEffect transition="in" filter="fade">
                                      <p:cBhvr>
                                        <p:cTn id="12" dur="500"/>
                                        <p:tgtEl>
                                          <p:spTgt spid="14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85">
                                            <p:txEl>
                                              <p:pRg st="0" end="0"/>
                                            </p:txEl>
                                          </p:spTgt>
                                        </p:tgtEl>
                                        <p:attrNameLst>
                                          <p:attrName>style.visibility</p:attrName>
                                        </p:attrNameLst>
                                      </p:cBhvr>
                                      <p:to>
                                        <p:strVal val="visible"/>
                                      </p:to>
                                    </p:set>
                                    <p:animEffect transition="in" filter="fade">
                                      <p:cBhvr>
                                        <p:cTn id="17" dur="500"/>
                                        <p:tgtEl>
                                          <p:spTgt spid="148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88">
                                            <p:txEl>
                                              <p:pRg st="0" end="0"/>
                                            </p:txEl>
                                          </p:spTgt>
                                        </p:tgtEl>
                                        <p:attrNameLst>
                                          <p:attrName>style.visibility</p:attrName>
                                        </p:attrNameLst>
                                      </p:cBhvr>
                                      <p:to>
                                        <p:strVal val="visible"/>
                                      </p:to>
                                    </p:set>
                                    <p:animEffect transition="in" filter="fade">
                                      <p:cBhvr>
                                        <p:cTn id="22" dur="500"/>
                                        <p:tgtEl>
                                          <p:spTgt spid="14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 grpId="0" build="p"/>
      <p:bldP spid="1486" grpId="0" build="p"/>
      <p:bldP spid="1487" grpId="0" build="p"/>
      <p:bldP spid="148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Code example</a:t>
            </a:r>
            <a:endParaRPr dirty="0"/>
          </a:p>
        </p:txBody>
      </p:sp>
      <p:sp>
        <p:nvSpPr>
          <p:cNvPr id="4" name="TextBox 3"/>
          <p:cNvSpPr txBox="1"/>
          <p:nvPr/>
        </p:nvSpPr>
        <p:spPr>
          <a:xfrm>
            <a:off x="573024" y="1109472"/>
            <a:ext cx="7997952" cy="2462213"/>
          </a:xfrm>
          <a:prstGeom prst="rect">
            <a:avLst/>
          </a:prstGeom>
          <a:noFill/>
        </p:spPr>
        <p:txBody>
          <a:bodyPr wrap="square" rtlCol="0">
            <a:spAutoFit/>
          </a:bodyPr>
          <a:lstStyle/>
          <a:p>
            <a:pPr marL="0" indent="0">
              <a:buNone/>
            </a:pPr>
            <a:r>
              <a:rPr lang="en-US" b="1" dirty="0">
                <a:solidFill>
                  <a:schemeClr val="tx2">
                    <a:lumMod val="75000"/>
                  </a:schemeClr>
                </a:solidFill>
                <a:latin typeface="Courier New" panose="02070309020205020404" pitchFamily="49" charset="0"/>
                <a:cs typeface="Courier New" panose="02070309020205020404" pitchFamily="49" charset="0"/>
              </a:rPr>
              <a:t>import</a:t>
            </a:r>
            <a:r>
              <a:rPr lang="en-US" b="1" dirty="0">
                <a:latin typeface="Courier New" panose="02070309020205020404" pitchFamily="49" charset="0"/>
                <a:cs typeface="Courier New" panose="02070309020205020404" pitchFamily="49" charset="0"/>
              </a:rPr>
              <a:t> sqlite3</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err="1">
                <a:latin typeface="Courier New" panose="02070309020205020404" pitchFamily="49" charset="0"/>
                <a:cs typeface="Courier New" panose="02070309020205020404" pitchFamily="49" charset="0"/>
              </a:rPr>
              <a:t>db</a:t>
            </a:r>
            <a:r>
              <a:rPr lang="en-US" b="1" dirty="0">
                <a:latin typeface="Courier New" panose="02070309020205020404" pitchFamily="49" charset="0"/>
                <a:cs typeface="Courier New" panose="02070309020205020404" pitchFamily="49" charset="0"/>
              </a:rPr>
              <a:t> = sqlite3.</a:t>
            </a:r>
            <a:r>
              <a:rPr lang="en-US" b="1" dirty="0">
                <a:solidFill>
                  <a:schemeClr val="accent1">
                    <a:lumMod val="75000"/>
                  </a:schemeClr>
                </a:solidFill>
                <a:latin typeface="Courier New" panose="02070309020205020404" pitchFamily="49" charset="0"/>
                <a:cs typeface="Courier New" panose="02070309020205020404" pitchFamily="49" charset="0"/>
              </a:rPr>
              <a:t>connect</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name_of_your_database</a:t>
            </a:r>
            <a:r>
              <a:rPr lang="en-US" b="1" dirty="0">
                <a:latin typeface="Courier New" panose="02070309020205020404" pitchFamily="49" charset="0"/>
                <a:cs typeface="Courier New" panose="02070309020205020404" pitchFamily="49" charset="0"/>
              </a:rPr>
              <a:t>) </a:t>
            </a:r>
            <a:r>
              <a:rPr lang="en-US" i="1" dirty="0">
                <a:solidFill>
                  <a:schemeClr val="accent5">
                    <a:lumMod val="50000"/>
                  </a:schemeClr>
                </a:solidFill>
                <a:cs typeface="Courier New" panose="02070309020205020404" pitchFamily="49" charset="0"/>
              </a:rPr>
              <a:t>#connecting</a:t>
            </a:r>
          </a:p>
          <a:p>
            <a:pPr marL="0" indent="0">
              <a:buNone/>
            </a:pPr>
            <a:r>
              <a:rPr lang="en-US" b="1" dirty="0">
                <a:latin typeface="Courier New" panose="02070309020205020404" pitchFamily="49" charset="0"/>
                <a:cs typeface="Courier New" panose="02070309020205020404" pitchFamily="49" charset="0"/>
              </a:rPr>
              <a:t>cursor = </a:t>
            </a:r>
            <a:r>
              <a:rPr lang="en-US" b="1" dirty="0" err="1">
                <a:latin typeface="Courier New" panose="02070309020205020404" pitchFamily="49" charset="0"/>
                <a:cs typeface="Courier New" panose="02070309020205020404" pitchFamily="49" charset="0"/>
              </a:rPr>
              <a:t>db.</a:t>
            </a:r>
            <a:r>
              <a:rPr lang="en-US" b="1" dirty="0" err="1">
                <a:solidFill>
                  <a:schemeClr val="accent3">
                    <a:lumMod val="75000"/>
                  </a:schemeClr>
                </a:solidFill>
                <a:latin typeface="Courier New" panose="02070309020205020404" pitchFamily="49" charset="0"/>
                <a:cs typeface="Courier New" panose="02070309020205020404" pitchFamily="49" charset="0"/>
              </a:rPr>
              <a:t>cursor</a:t>
            </a:r>
            <a:r>
              <a:rPr lang="en-US" b="1" dirty="0">
                <a:latin typeface="Courier New" panose="02070309020205020404" pitchFamily="49" charset="0"/>
                <a:cs typeface="Courier New" panose="02070309020205020404" pitchFamily="49" charset="0"/>
              </a:rPr>
              <a:t>() </a:t>
            </a:r>
            <a:r>
              <a:rPr lang="en-US" i="1" dirty="0">
                <a:solidFill>
                  <a:schemeClr val="accent5">
                    <a:lumMod val="50000"/>
                  </a:schemeClr>
                </a:solidFill>
                <a:cs typeface="Courier New" panose="02070309020205020404" pitchFamily="49" charset="0"/>
              </a:rPr>
              <a:t>#creating a cursor</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i="1" dirty="0">
                <a:solidFill>
                  <a:schemeClr val="accent5">
                    <a:lumMod val="50000"/>
                  </a:schemeClr>
                </a:solidFill>
                <a:cs typeface="Courier New" panose="02070309020205020404" pitchFamily="49" charset="0"/>
              </a:rPr>
              <a:t>#code of your application where you work with the database</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err="1">
                <a:latin typeface="Courier New" panose="02070309020205020404" pitchFamily="49" charset="0"/>
                <a:cs typeface="Courier New" panose="02070309020205020404" pitchFamily="49" charset="0"/>
              </a:rPr>
              <a:t>db.</a:t>
            </a:r>
            <a:r>
              <a:rPr lang="en-US" b="1" dirty="0" err="1">
                <a:solidFill>
                  <a:schemeClr val="accent2">
                    <a:lumMod val="75000"/>
                  </a:schemeClr>
                </a:solidFill>
                <a:latin typeface="Courier New" panose="02070309020205020404" pitchFamily="49" charset="0"/>
                <a:cs typeface="Courier New" panose="02070309020205020404" pitchFamily="49" charset="0"/>
              </a:rPr>
              <a:t>close</a:t>
            </a:r>
            <a:r>
              <a:rPr lang="en-US" b="1" dirty="0">
                <a:latin typeface="Courier New" panose="02070309020205020404" pitchFamily="49" charset="0"/>
                <a:cs typeface="Courier New" panose="02070309020205020404" pitchFamily="49" charset="0"/>
              </a:rPr>
              <a:t>() </a:t>
            </a:r>
            <a:r>
              <a:rPr lang="en-US" i="1" dirty="0">
                <a:solidFill>
                  <a:schemeClr val="accent5">
                    <a:lumMod val="50000"/>
                  </a:schemeClr>
                </a:solidFill>
                <a:cs typeface="Courier New" panose="02070309020205020404" pitchFamily="49" charset="0"/>
              </a:rPr>
              <a:t>#closing the connection</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dirty="0">
                <a:cs typeface="Courier New" panose="02070309020205020404" pitchFamily="49" charset="0"/>
              </a:rPr>
              <a:t>#</a:t>
            </a:r>
            <a:r>
              <a:rPr lang="en-US" i="1" dirty="0">
                <a:solidFill>
                  <a:schemeClr val="accent5">
                    <a:lumMod val="50000"/>
                  </a:schemeClr>
                </a:solidFill>
                <a:cs typeface="Courier New" panose="02070309020205020404" pitchFamily="49" charset="0"/>
              </a:rPr>
              <a:t>rest of the code</a:t>
            </a:r>
          </a:p>
          <a:p>
            <a:endParaRPr lang="en-US" dirty="0"/>
          </a:p>
        </p:txBody>
      </p:sp>
      <p:sp>
        <p:nvSpPr>
          <p:cNvPr id="5" name="Rectangle 4"/>
          <p:cNvSpPr/>
          <p:nvPr/>
        </p:nvSpPr>
        <p:spPr>
          <a:xfrm>
            <a:off x="396240" y="1109471"/>
            <a:ext cx="8351520" cy="246221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 name="TextBox 5"/>
          <p:cNvSpPr txBox="1"/>
          <p:nvPr/>
        </p:nvSpPr>
        <p:spPr>
          <a:xfrm>
            <a:off x="615696" y="3669792"/>
            <a:ext cx="7955280" cy="1661993"/>
          </a:xfrm>
          <a:prstGeom prst="rect">
            <a:avLst/>
          </a:prstGeom>
          <a:noFill/>
        </p:spPr>
        <p:txBody>
          <a:bodyPr wrap="square" rtlCol="0">
            <a:spAutoFit/>
          </a:bodyPr>
          <a:lstStyle/>
          <a:p>
            <a:r>
              <a:rPr lang="en-US" sz="1800" b="1" dirty="0" smtClean="0">
                <a:solidFill>
                  <a:schemeClr val="tx2">
                    <a:lumMod val="50000"/>
                  </a:schemeClr>
                </a:solidFill>
              </a:rPr>
              <a:t>Note</a:t>
            </a:r>
            <a:r>
              <a:rPr lang="en-US" dirty="0" smtClean="0"/>
              <a:t>: </a:t>
            </a:r>
          </a:p>
          <a:p>
            <a:pPr marL="285750" indent="-285750">
              <a:buFont typeface="Wingdings" panose="05000000000000000000" pitchFamily="2" charset="2"/>
              <a:buChar char="§"/>
            </a:pPr>
            <a:r>
              <a:rPr lang="en-US" dirty="0" smtClean="0"/>
              <a:t>In </a:t>
            </a:r>
            <a:r>
              <a:rPr lang="en-US" dirty="0"/>
              <a:t>the </a:t>
            </a:r>
            <a:r>
              <a:rPr lang="en-US" b="1" i="1" dirty="0">
                <a:solidFill>
                  <a:srgbClr val="FFC000"/>
                </a:solidFill>
                <a:latin typeface="Courier New" panose="02070309020205020404" pitchFamily="49" charset="0"/>
                <a:cs typeface="Courier New" panose="02070309020205020404" pitchFamily="49" charset="0"/>
              </a:rPr>
              <a:t>.connect()</a:t>
            </a:r>
            <a:r>
              <a:rPr lang="en-US" b="1" dirty="0">
                <a:latin typeface="Courier New" panose="02070309020205020404" pitchFamily="49" charset="0"/>
                <a:cs typeface="Courier New" panose="02070309020205020404" pitchFamily="49" charset="0"/>
              </a:rPr>
              <a:t> </a:t>
            </a:r>
            <a:r>
              <a:rPr lang="en-US" dirty="0"/>
              <a:t>method, if the specified name does not exist, the code will automatically create one with that name</a:t>
            </a:r>
            <a:r>
              <a:rPr lang="en-US" dirty="0" smtClean="0"/>
              <a:t>.</a:t>
            </a:r>
          </a:p>
          <a:p>
            <a:pPr marL="285750" indent="-285750">
              <a:buFont typeface="Wingdings" panose="05000000000000000000" pitchFamily="2" charset="2"/>
              <a:buChar char="§"/>
            </a:pPr>
            <a:r>
              <a:rPr lang="en-US" dirty="0">
                <a:latin typeface="Gill Sans MT" panose="020B0502020104020203" pitchFamily="34" charset="0"/>
              </a:rPr>
              <a:t>To perform operations, we will use the </a:t>
            </a:r>
            <a:r>
              <a:rPr lang="en-US" b="1" i="1" dirty="0">
                <a:solidFill>
                  <a:srgbClr val="C00000"/>
                </a:solidFill>
                <a:latin typeface="Courier New" panose="02070309020205020404" pitchFamily="49" charset="0"/>
                <a:cs typeface="Courier New" panose="02070309020205020404" pitchFamily="49" charset="0"/>
              </a:rPr>
              <a:t>.execute() </a:t>
            </a:r>
            <a:r>
              <a:rPr lang="en-US" dirty="0">
                <a:latin typeface="Gill Sans MT" panose="020B0502020104020203" pitchFamily="34" charset="0"/>
              </a:rPr>
              <a:t>method associated with the cursor and to which we will have to pass the desired query.</a:t>
            </a:r>
          </a:p>
          <a:p>
            <a:pPr marL="285750" indent="-285750">
              <a:buFont typeface="Wingdings" panose="05000000000000000000" pitchFamily="2" charset="2"/>
              <a:buChar char="§"/>
            </a:pPr>
            <a:endParaRPr lang="en-US" dirty="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Operations</a:t>
            </a:r>
            <a:endParaRPr dirty="0"/>
          </a:p>
        </p:txBody>
      </p:sp>
      <p:sp>
        <p:nvSpPr>
          <p:cNvPr id="2" name="Rectangle 1"/>
          <p:cNvSpPr/>
          <p:nvPr/>
        </p:nvSpPr>
        <p:spPr>
          <a:xfrm>
            <a:off x="720000" y="1214337"/>
            <a:ext cx="7808976" cy="2369880"/>
          </a:xfrm>
          <a:prstGeom prst="rect">
            <a:avLst/>
          </a:prstGeom>
        </p:spPr>
        <p:txBody>
          <a:bodyPr wrap="square">
            <a:spAutoFit/>
          </a:bodyPr>
          <a:lstStyle/>
          <a:p>
            <a:r>
              <a:rPr lang="en-US" sz="2400" dirty="0">
                <a:latin typeface="Gill Sans MT" panose="020B0502020104020203" pitchFamily="34" charset="0"/>
              </a:rPr>
              <a:t>There is various operations that you can do in SQLite but the most common are</a:t>
            </a:r>
            <a:r>
              <a:rPr lang="en-US" sz="2400" dirty="0" smtClean="0">
                <a:latin typeface="Gill Sans MT" panose="020B0502020104020203" pitchFamily="34" charset="0"/>
              </a:rPr>
              <a:t>:</a:t>
            </a:r>
            <a:endParaRPr lang="en-US" sz="2400" dirty="0">
              <a:latin typeface="Gill Sans MT" panose="020B0502020104020203" pitchFamily="34" charset="0"/>
            </a:endParaRPr>
          </a:p>
          <a:p>
            <a:pPr lvl="1">
              <a:buFont typeface="Wingdings" panose="05000000000000000000" pitchFamily="2" charset="2"/>
              <a:buChar char="§"/>
            </a:pPr>
            <a:r>
              <a:rPr lang="en-US" sz="2000" dirty="0" smtClean="0">
                <a:latin typeface="Gill Sans MT" panose="020B0502020104020203" pitchFamily="34" charset="0"/>
              </a:rPr>
              <a:t> </a:t>
            </a:r>
            <a:r>
              <a:rPr lang="en-US" sz="2000" dirty="0" smtClean="0">
                <a:solidFill>
                  <a:schemeClr val="tx2">
                    <a:lumMod val="50000"/>
                  </a:schemeClr>
                </a:solidFill>
                <a:latin typeface="Gill Sans MT" panose="020B0502020104020203" pitchFamily="34" charset="0"/>
              </a:rPr>
              <a:t>CREATE TABLE </a:t>
            </a:r>
            <a:r>
              <a:rPr lang="en-US" sz="2000" dirty="0" smtClean="0">
                <a:latin typeface="Gill Sans MT" panose="020B0502020104020203" pitchFamily="34" charset="0"/>
              </a:rPr>
              <a:t>: make a new table</a:t>
            </a:r>
            <a:endParaRPr lang="en-US" sz="2000" dirty="0">
              <a:latin typeface="Gill Sans MT" panose="020B0502020104020203" pitchFamily="34" charset="0"/>
            </a:endParaRPr>
          </a:p>
          <a:p>
            <a:pPr lvl="1">
              <a:buFont typeface="Wingdings" panose="05000000000000000000" pitchFamily="2" charset="2"/>
              <a:buChar char="§"/>
            </a:pPr>
            <a:r>
              <a:rPr lang="en-US" sz="2000" dirty="0" smtClean="0">
                <a:latin typeface="Gill Sans MT" panose="020B0502020104020203" pitchFamily="34" charset="0"/>
              </a:rPr>
              <a:t> </a:t>
            </a:r>
            <a:r>
              <a:rPr lang="en-US" sz="2000" dirty="0" smtClean="0">
                <a:solidFill>
                  <a:schemeClr val="accent1">
                    <a:lumMod val="50000"/>
                  </a:schemeClr>
                </a:solidFill>
                <a:latin typeface="Gill Sans MT" panose="020B0502020104020203" pitchFamily="34" charset="0"/>
              </a:rPr>
              <a:t>INSERT</a:t>
            </a:r>
            <a:r>
              <a:rPr lang="en-US" sz="2000" dirty="0" smtClean="0">
                <a:latin typeface="Gill Sans MT" panose="020B0502020104020203" pitchFamily="34" charset="0"/>
              </a:rPr>
              <a:t> : add rows</a:t>
            </a:r>
            <a:endParaRPr lang="en-US" sz="2000" dirty="0">
              <a:latin typeface="Gill Sans MT" panose="020B0502020104020203" pitchFamily="34" charset="0"/>
            </a:endParaRPr>
          </a:p>
          <a:p>
            <a:pPr lvl="1">
              <a:buFont typeface="Wingdings" panose="05000000000000000000" pitchFamily="2" charset="2"/>
              <a:buChar char="§"/>
            </a:pPr>
            <a:r>
              <a:rPr lang="en-US" sz="2000" dirty="0" smtClean="0">
                <a:latin typeface="Gill Sans MT" panose="020B0502020104020203" pitchFamily="34" charset="0"/>
              </a:rPr>
              <a:t> </a:t>
            </a:r>
            <a:r>
              <a:rPr lang="en-US" sz="2000" dirty="0" smtClean="0">
                <a:solidFill>
                  <a:schemeClr val="accent2">
                    <a:lumMod val="50000"/>
                  </a:schemeClr>
                </a:solidFill>
                <a:latin typeface="Gill Sans MT" panose="020B0502020104020203" pitchFamily="34" charset="0"/>
              </a:rPr>
              <a:t>SELECT</a:t>
            </a:r>
            <a:r>
              <a:rPr lang="en-US" sz="2000" dirty="0" smtClean="0">
                <a:latin typeface="Gill Sans MT" panose="020B0502020104020203" pitchFamily="34" charset="0"/>
              </a:rPr>
              <a:t> : query data</a:t>
            </a:r>
            <a:endParaRPr lang="en-US" sz="2000" dirty="0">
              <a:latin typeface="Gill Sans MT" panose="020B0502020104020203" pitchFamily="34" charset="0"/>
            </a:endParaRPr>
          </a:p>
          <a:p>
            <a:pPr lvl="1">
              <a:buFont typeface="Wingdings" panose="05000000000000000000" pitchFamily="2" charset="2"/>
              <a:buChar char="§"/>
            </a:pPr>
            <a:r>
              <a:rPr lang="en-US" sz="2000" dirty="0" smtClean="0">
                <a:latin typeface="Gill Sans MT" panose="020B0502020104020203" pitchFamily="34" charset="0"/>
              </a:rPr>
              <a:t> </a:t>
            </a:r>
            <a:r>
              <a:rPr lang="en-US" sz="2000" dirty="0" smtClean="0">
                <a:solidFill>
                  <a:schemeClr val="accent3">
                    <a:lumMod val="50000"/>
                  </a:schemeClr>
                </a:solidFill>
                <a:latin typeface="Gill Sans MT" panose="020B0502020104020203" pitchFamily="34" charset="0"/>
              </a:rPr>
              <a:t>UPDATE</a:t>
            </a:r>
            <a:r>
              <a:rPr lang="en-US" sz="2000" dirty="0" smtClean="0">
                <a:latin typeface="Gill Sans MT" panose="020B0502020104020203" pitchFamily="34" charset="0"/>
              </a:rPr>
              <a:t> : modify rows</a:t>
            </a:r>
            <a:endParaRPr lang="en-US" sz="2000" dirty="0">
              <a:latin typeface="Gill Sans MT" panose="020B0502020104020203" pitchFamily="34" charset="0"/>
            </a:endParaRPr>
          </a:p>
          <a:p>
            <a:pPr lvl="1">
              <a:buFont typeface="Wingdings" panose="05000000000000000000" pitchFamily="2" charset="2"/>
              <a:buChar char="§"/>
            </a:pPr>
            <a:r>
              <a:rPr lang="en-US" sz="2000" dirty="0" smtClean="0">
                <a:latin typeface="Gill Sans MT" panose="020B0502020104020203" pitchFamily="34" charset="0"/>
              </a:rPr>
              <a:t> </a:t>
            </a:r>
            <a:r>
              <a:rPr lang="en-US" sz="2000" dirty="0" smtClean="0">
                <a:solidFill>
                  <a:srgbClr val="7030A0"/>
                </a:solidFill>
                <a:latin typeface="Gill Sans MT" panose="020B0502020104020203" pitchFamily="34" charset="0"/>
              </a:rPr>
              <a:t>DELETE</a:t>
            </a:r>
            <a:r>
              <a:rPr lang="en-US" sz="2000" dirty="0" smtClean="0">
                <a:latin typeface="Gill Sans MT" panose="020B0502020104020203" pitchFamily="34" charset="0"/>
              </a:rPr>
              <a:t> : remove rows</a:t>
            </a:r>
            <a:endParaRPr lang="en-US" sz="2000" dirty="0">
              <a:latin typeface="Gill Sans MT" panose="020B0502020104020203" pitchFamily="34" charset="0"/>
            </a:endParaRPr>
          </a:p>
        </p:txBody>
      </p:sp>
      <p:grpSp>
        <p:nvGrpSpPr>
          <p:cNvPr id="7" name="Google Shape;5135;p57"/>
          <p:cNvGrpSpPr/>
          <p:nvPr/>
        </p:nvGrpSpPr>
        <p:grpSpPr>
          <a:xfrm>
            <a:off x="5401056" y="1865376"/>
            <a:ext cx="2267712" cy="2206752"/>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040847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CREATE TABLE</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5379;p57"/>
          <p:cNvGrpSpPr/>
          <p:nvPr/>
        </p:nvGrpSpPr>
        <p:grpSpPr>
          <a:xfrm>
            <a:off x="536448" y="1296888"/>
            <a:ext cx="8175431" cy="2458248"/>
            <a:chOff x="238125" y="1188750"/>
            <a:chExt cx="7140450" cy="3335550"/>
          </a:xfrm>
        </p:grpSpPr>
        <p:sp>
          <p:nvSpPr>
            <p:cNvPr id="41" name="Google Shape;5380;p57"/>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5381;p57"/>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382;p57"/>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383;p57"/>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384;p57"/>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chemeClr val="accent6">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659124" y="1477236"/>
            <a:ext cx="3047328" cy="738664"/>
          </a:xfrm>
          <a:prstGeom prst="rect">
            <a:avLst/>
          </a:prstGeom>
        </p:spPr>
        <p:txBody>
          <a:bodyPr wrap="square">
            <a:spAutoFit/>
          </a:bodyPr>
          <a:lstStyle/>
          <a:p>
            <a:r>
              <a:rPr lang="en-US" dirty="0" smtClean="0"/>
              <a:t>A </a:t>
            </a:r>
            <a:r>
              <a:rPr lang="en-US" dirty="0"/>
              <a:t>database consist of a set of </a:t>
            </a:r>
            <a:r>
              <a:rPr lang="en-US" dirty="0" smtClean="0"/>
              <a:t>tables</a:t>
            </a:r>
            <a:r>
              <a:rPr lang="en-US" dirty="0"/>
              <a:t> </a:t>
            </a:r>
            <a:r>
              <a:rPr lang="en-US" dirty="0" smtClean="0">
                <a:sym typeface="Wingdings" panose="05000000000000000000" pitchFamily="2" charset="2"/>
              </a:rPr>
              <a:t></a:t>
            </a:r>
            <a:r>
              <a:rPr lang="en-US" dirty="0" smtClean="0"/>
              <a:t> </a:t>
            </a:r>
            <a:r>
              <a:rPr lang="en-US" dirty="0"/>
              <a:t>we need a query to create those tables.</a:t>
            </a:r>
            <a:endParaRPr lang="en-US" dirty="0"/>
          </a:p>
        </p:txBody>
      </p:sp>
      <p:sp>
        <p:nvSpPr>
          <p:cNvPr id="4" name="Rectangle 3"/>
          <p:cNvSpPr/>
          <p:nvPr/>
        </p:nvSpPr>
        <p:spPr>
          <a:xfrm>
            <a:off x="5180616" y="1501632"/>
            <a:ext cx="3243384" cy="523220"/>
          </a:xfrm>
          <a:prstGeom prst="rect">
            <a:avLst/>
          </a:prstGeom>
        </p:spPr>
        <p:txBody>
          <a:bodyPr wrap="square">
            <a:spAutoFit/>
          </a:bodyPr>
          <a:lstStyle/>
          <a:p>
            <a:pPr algn="r"/>
            <a:r>
              <a:rPr lang="en-US" dirty="0"/>
              <a:t>We do that using the </a:t>
            </a:r>
            <a:r>
              <a:rPr lang="en-US" b="1" dirty="0">
                <a:solidFill>
                  <a:schemeClr val="accent1">
                    <a:lumMod val="75000"/>
                  </a:schemeClr>
                </a:solidFill>
              </a:rPr>
              <a:t>CREATE TABLE </a:t>
            </a:r>
            <a:r>
              <a:rPr lang="en-US" dirty="0"/>
              <a:t>operation.</a:t>
            </a:r>
            <a:endParaRPr lang="en-US" dirty="0"/>
          </a:p>
        </p:txBody>
      </p:sp>
      <p:sp>
        <p:nvSpPr>
          <p:cNvPr id="5" name="Rectangle 4"/>
          <p:cNvSpPr/>
          <p:nvPr/>
        </p:nvSpPr>
        <p:spPr>
          <a:xfrm>
            <a:off x="659124" y="2743434"/>
            <a:ext cx="3029712" cy="954107"/>
          </a:xfrm>
          <a:prstGeom prst="rect">
            <a:avLst/>
          </a:prstGeom>
        </p:spPr>
        <p:txBody>
          <a:bodyPr wrap="square">
            <a:spAutoFit/>
          </a:bodyPr>
          <a:lstStyle/>
          <a:p>
            <a:r>
              <a:rPr lang="en-US" dirty="0"/>
              <a:t>A table is defined by its </a:t>
            </a:r>
            <a:r>
              <a:rPr lang="en-US" b="1" dirty="0">
                <a:solidFill>
                  <a:schemeClr val="accent2">
                    <a:lumMod val="75000"/>
                  </a:schemeClr>
                </a:solidFill>
              </a:rPr>
              <a:t>name</a:t>
            </a:r>
            <a:r>
              <a:rPr lang="en-US" dirty="0"/>
              <a:t> and its </a:t>
            </a:r>
            <a:r>
              <a:rPr lang="en-US" b="1" dirty="0">
                <a:solidFill>
                  <a:schemeClr val="accent2">
                    <a:lumMod val="75000"/>
                  </a:schemeClr>
                </a:solidFill>
              </a:rPr>
              <a:t>attributes</a:t>
            </a:r>
            <a:r>
              <a:rPr lang="en-US" dirty="0"/>
              <a:t> (column names). Each column has a specific data type (</a:t>
            </a:r>
            <a:r>
              <a:rPr lang="en-US" dirty="0" err="1"/>
              <a:t>int</a:t>
            </a:r>
            <a:r>
              <a:rPr lang="en-US" dirty="0"/>
              <a:t>, real, text, bool…)</a:t>
            </a:r>
            <a:endParaRPr lang="en-US" dirty="0"/>
          </a:p>
        </p:txBody>
      </p:sp>
      <p:sp>
        <p:nvSpPr>
          <p:cNvPr id="6" name="Rectangle 5"/>
          <p:cNvSpPr/>
          <p:nvPr/>
        </p:nvSpPr>
        <p:spPr>
          <a:xfrm>
            <a:off x="5629340" y="2833603"/>
            <a:ext cx="3082539" cy="523220"/>
          </a:xfrm>
          <a:prstGeom prst="rect">
            <a:avLst/>
          </a:prstGeom>
        </p:spPr>
        <p:txBody>
          <a:bodyPr wrap="square">
            <a:spAutoFit/>
          </a:bodyPr>
          <a:lstStyle/>
          <a:p>
            <a:pPr algn="r"/>
            <a:r>
              <a:rPr lang="en-US" dirty="0"/>
              <a:t>You can have </a:t>
            </a:r>
            <a:r>
              <a:rPr lang="en-US" b="1" dirty="0">
                <a:solidFill>
                  <a:schemeClr val="accent3">
                    <a:lumMod val="75000"/>
                  </a:schemeClr>
                </a:solidFill>
              </a:rPr>
              <a:t>more</a:t>
            </a:r>
            <a:r>
              <a:rPr lang="en-US" dirty="0"/>
              <a:t> than one table in a database.</a:t>
            </a:r>
            <a:endParaRPr lang="en-US" dirty="0"/>
          </a:p>
        </p:txBody>
      </p:sp>
      <p:sp>
        <p:nvSpPr>
          <p:cNvPr id="46" name="Rectangle 45"/>
          <p:cNvSpPr/>
          <p:nvPr/>
        </p:nvSpPr>
        <p:spPr>
          <a:xfrm>
            <a:off x="3811512" y="2139367"/>
            <a:ext cx="1510108" cy="830997"/>
          </a:xfrm>
          <a:prstGeom prst="rect">
            <a:avLst/>
          </a:prstGeom>
        </p:spPr>
        <p:txBody>
          <a:bodyPr wrap="square">
            <a:spAutoFit/>
          </a:bodyPr>
          <a:lstStyle/>
          <a:p>
            <a:pPr algn="ctr"/>
            <a:r>
              <a:rPr lang="en" sz="2400" b="1" dirty="0"/>
              <a:t>CREATE TABLE</a:t>
            </a:r>
            <a:endParaRPr lang="en-US" sz="2400" b="1" dirty="0"/>
          </a:p>
        </p:txBody>
      </p:sp>
      <p:sp>
        <p:nvSpPr>
          <p:cNvPr id="47" name="Rectangle 46"/>
          <p:cNvSpPr/>
          <p:nvPr/>
        </p:nvSpPr>
        <p:spPr>
          <a:xfrm>
            <a:off x="659124" y="4232186"/>
            <a:ext cx="4242060" cy="738664"/>
          </a:xfrm>
          <a:prstGeom prst="rect">
            <a:avLst/>
          </a:prstGeom>
          <a:ln>
            <a:solidFill>
              <a:schemeClr val="accent1">
                <a:lumMod val="75000"/>
              </a:schemeClr>
            </a:solidFill>
          </a:ln>
        </p:spPr>
        <p:txBody>
          <a:bodyPr wrap="square">
            <a:spAutoFit/>
          </a:bodyPr>
          <a:lstStyle/>
          <a:p>
            <a:r>
              <a:rPr lang="en-US" b="1" dirty="0" err="1">
                <a:latin typeface="Courier New" panose="02070309020205020404" pitchFamily="49" charset="0"/>
                <a:cs typeface="Courier New" panose="02070309020205020404" pitchFamily="49" charset="0"/>
              </a:rPr>
              <a:t>cursor.execute</a:t>
            </a:r>
            <a:r>
              <a:rPr lang="en-US" b="1" dirty="0">
                <a:latin typeface="Courier New" panose="02070309020205020404" pitchFamily="49" charset="0"/>
                <a:cs typeface="Courier New" panose="02070309020205020404" pitchFamily="49" charset="0"/>
              </a:rPr>
              <a:t>(“CREATE TABLE students(</a:t>
            </a:r>
            <a:r>
              <a:rPr lang="en-US" b="1" dirty="0" err="1">
                <a:latin typeface="Courier New" panose="02070309020205020404" pitchFamily="49" charset="0"/>
                <a:cs typeface="Courier New" panose="02070309020205020404" pitchFamily="49" charset="0"/>
              </a:rPr>
              <a:t>studentID</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int</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stdname</a:t>
            </a:r>
            <a:r>
              <a:rPr lang="en-US" b="1" dirty="0">
                <a:latin typeface="Courier New" panose="02070309020205020404" pitchFamily="49" charset="0"/>
                <a:cs typeface="Courier New" panose="02070309020205020404" pitchFamily="49" charset="0"/>
              </a:rPr>
              <a:t> text, </a:t>
            </a:r>
            <a:r>
              <a:rPr lang="en-US" b="1" dirty="0" err="1">
                <a:latin typeface="Courier New" panose="02070309020205020404" pitchFamily="49" charset="0"/>
                <a:cs typeface="Courier New" panose="02070309020205020404" pitchFamily="49" charset="0"/>
              </a:rPr>
              <a:t>stdage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int</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stdGPA</a:t>
            </a:r>
            <a:r>
              <a:rPr lang="en-US" b="1" dirty="0">
                <a:latin typeface="Courier New" panose="02070309020205020404" pitchFamily="49" charset="0"/>
                <a:cs typeface="Courier New" panose="02070309020205020404" pitchFamily="49" charset="0"/>
              </a:rPr>
              <a:t> real)”)</a:t>
            </a:r>
            <a:endParaRPr lang="en-US" b="1" dirty="0">
              <a:latin typeface="Courier New" panose="02070309020205020404" pitchFamily="49" charset="0"/>
              <a:cs typeface="Courier New" panose="02070309020205020404" pitchFamily="49" charset="0"/>
            </a:endParaRPr>
          </a:p>
        </p:txBody>
      </p:sp>
      <p:sp>
        <p:nvSpPr>
          <p:cNvPr id="48" name="Rectangle 47"/>
          <p:cNvSpPr/>
          <p:nvPr/>
        </p:nvSpPr>
        <p:spPr>
          <a:xfrm>
            <a:off x="536448" y="3913879"/>
            <a:ext cx="3528530" cy="307777"/>
          </a:xfrm>
          <a:prstGeom prst="rect">
            <a:avLst/>
          </a:prstGeom>
        </p:spPr>
        <p:txBody>
          <a:bodyPr wrap="none">
            <a:spAutoFit/>
          </a:bodyPr>
          <a:lstStyle/>
          <a:p>
            <a:r>
              <a:rPr lang="en-US" dirty="0"/>
              <a:t>The creation of a table will look as follows:</a:t>
            </a:r>
            <a:endParaRPr lang="en-US" dirty="0"/>
          </a:p>
        </p:txBody>
      </p:sp>
    </p:spTree>
    <p:extLst>
      <p:ext uri="{BB962C8B-B14F-4D97-AF65-F5344CB8AC3E}">
        <p14:creationId xmlns:p14="http://schemas.microsoft.com/office/powerpoint/2010/main" val="128541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47" grpId="0" animBg="1"/>
      <p:bldP spid="4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INSERT</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5379;p57"/>
          <p:cNvGrpSpPr/>
          <p:nvPr/>
        </p:nvGrpSpPr>
        <p:grpSpPr>
          <a:xfrm>
            <a:off x="536448" y="1267042"/>
            <a:ext cx="8175431" cy="1908568"/>
            <a:chOff x="238125" y="1188750"/>
            <a:chExt cx="7140450" cy="2589700"/>
          </a:xfrm>
        </p:grpSpPr>
        <p:sp>
          <p:nvSpPr>
            <p:cNvPr id="41" name="Google Shape;5380;p57"/>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382;p57"/>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384;p57"/>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chemeClr val="accent6">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536448" y="1413819"/>
            <a:ext cx="3449580" cy="738664"/>
          </a:xfrm>
          <a:prstGeom prst="rect">
            <a:avLst/>
          </a:prstGeom>
        </p:spPr>
        <p:txBody>
          <a:bodyPr wrap="square">
            <a:spAutoFit/>
          </a:bodyPr>
          <a:lstStyle/>
          <a:p>
            <a:r>
              <a:rPr lang="en-US" dirty="0">
                <a:latin typeface="Gill Sans MT" panose="020B0502020104020203" pitchFamily="34" charset="0"/>
              </a:rPr>
              <a:t>After creating a table, </a:t>
            </a:r>
            <a:r>
              <a:rPr lang="en-US" dirty="0" smtClean="0">
                <a:latin typeface="Gill Sans MT" panose="020B0502020104020203" pitchFamily="34" charset="0"/>
              </a:rPr>
              <a:t>we need </a:t>
            </a:r>
            <a:r>
              <a:rPr lang="en-US" dirty="0">
                <a:latin typeface="Gill Sans MT" panose="020B0502020104020203" pitchFamily="34" charset="0"/>
              </a:rPr>
              <a:t>to populate it with data. This is done using the </a:t>
            </a:r>
            <a:r>
              <a:rPr lang="en-US" dirty="0">
                <a:solidFill>
                  <a:schemeClr val="tx2">
                    <a:lumMod val="75000"/>
                  </a:schemeClr>
                </a:solidFill>
                <a:latin typeface="Gill Sans MT" panose="020B0502020104020203" pitchFamily="34" charset="0"/>
              </a:rPr>
              <a:t>INSERT</a:t>
            </a:r>
            <a:r>
              <a:rPr lang="en-US" dirty="0">
                <a:latin typeface="Gill Sans MT" panose="020B0502020104020203" pitchFamily="34" charset="0"/>
              </a:rPr>
              <a:t> command.</a:t>
            </a:r>
            <a:endParaRPr lang="en-US" dirty="0">
              <a:latin typeface="Gill Sans MT" panose="020B0502020104020203" pitchFamily="34" charset="0"/>
            </a:endParaRPr>
          </a:p>
        </p:txBody>
      </p:sp>
      <p:sp>
        <p:nvSpPr>
          <p:cNvPr id="4" name="Rectangle 3"/>
          <p:cNvSpPr/>
          <p:nvPr/>
        </p:nvSpPr>
        <p:spPr>
          <a:xfrm>
            <a:off x="5215762" y="1281974"/>
            <a:ext cx="3496117" cy="954107"/>
          </a:xfrm>
          <a:prstGeom prst="rect">
            <a:avLst/>
          </a:prstGeom>
        </p:spPr>
        <p:txBody>
          <a:bodyPr wrap="square">
            <a:spAutoFit/>
          </a:bodyPr>
          <a:lstStyle/>
          <a:p>
            <a:pPr algn="r"/>
            <a:r>
              <a:rPr lang="en-US" dirty="0">
                <a:latin typeface="Gill Sans MT" panose="020B0502020104020203" pitchFamily="34" charset="0"/>
              </a:rPr>
              <a:t>W</a:t>
            </a:r>
            <a:r>
              <a:rPr lang="en-US" dirty="0" smtClean="0">
                <a:latin typeface="Gill Sans MT" panose="020B0502020104020203" pitchFamily="34" charset="0"/>
              </a:rPr>
              <a:t>e </a:t>
            </a:r>
            <a:r>
              <a:rPr lang="en-US" dirty="0">
                <a:latin typeface="Gill Sans MT" panose="020B0502020104020203" pitchFamily="34" charset="0"/>
              </a:rPr>
              <a:t>must specify the name of the table and enter the data in </a:t>
            </a:r>
            <a:r>
              <a:rPr lang="en-US" dirty="0">
                <a:solidFill>
                  <a:schemeClr val="accent1">
                    <a:lumMod val="50000"/>
                  </a:schemeClr>
                </a:solidFill>
                <a:latin typeface="Gill Sans MT" panose="020B0502020104020203" pitchFamily="34" charset="0"/>
              </a:rPr>
              <a:t>the same order </a:t>
            </a:r>
            <a:r>
              <a:rPr lang="en-US" dirty="0">
                <a:latin typeface="Gill Sans MT" panose="020B0502020104020203" pitchFamily="34" charset="0"/>
              </a:rPr>
              <a:t>as specified earlier while making sure that the data types are matching.</a:t>
            </a:r>
            <a:endParaRPr lang="en-US" dirty="0">
              <a:latin typeface="Gill Sans MT" panose="020B0502020104020203" pitchFamily="34" charset="0"/>
            </a:endParaRPr>
          </a:p>
        </p:txBody>
      </p:sp>
      <p:sp>
        <p:nvSpPr>
          <p:cNvPr id="46" name="Rectangle 45"/>
          <p:cNvSpPr/>
          <p:nvPr/>
        </p:nvSpPr>
        <p:spPr>
          <a:xfrm>
            <a:off x="3827910" y="2248647"/>
            <a:ext cx="1510108" cy="461665"/>
          </a:xfrm>
          <a:prstGeom prst="rect">
            <a:avLst/>
          </a:prstGeom>
        </p:spPr>
        <p:txBody>
          <a:bodyPr wrap="square">
            <a:spAutoFit/>
          </a:bodyPr>
          <a:lstStyle/>
          <a:p>
            <a:pPr algn="ctr"/>
            <a:r>
              <a:rPr lang="en" sz="2400" b="1" dirty="0" smtClean="0"/>
              <a:t>INSERT</a:t>
            </a:r>
            <a:endParaRPr lang="en-US" sz="2400" b="1" dirty="0"/>
          </a:p>
        </p:txBody>
      </p:sp>
      <p:sp>
        <p:nvSpPr>
          <p:cNvPr id="47" name="Rectangle 46"/>
          <p:cNvSpPr/>
          <p:nvPr/>
        </p:nvSpPr>
        <p:spPr>
          <a:xfrm>
            <a:off x="720000" y="3393414"/>
            <a:ext cx="8052755" cy="1692771"/>
          </a:xfrm>
          <a:prstGeom prst="rect">
            <a:avLst/>
          </a:prstGeom>
          <a:ln>
            <a:solidFill>
              <a:schemeClr val="accent1">
                <a:lumMod val="75000"/>
              </a:schemeClr>
            </a:solidFill>
          </a:ln>
        </p:spPr>
        <p:txBody>
          <a:bodyPr wrap="square">
            <a:spAutoFit/>
          </a:bodyPr>
          <a:lstStyle/>
          <a:p>
            <a:r>
              <a:rPr lang="en-US" b="1" dirty="0" err="1">
                <a:latin typeface="Courier New" panose="02070309020205020404" pitchFamily="49" charset="0"/>
                <a:cs typeface="Courier New" panose="02070309020205020404" pitchFamily="49" charset="0"/>
              </a:rPr>
              <a:t>cursor.execute</a:t>
            </a:r>
            <a:r>
              <a:rPr lang="en-US" b="1" dirty="0">
                <a:latin typeface="Courier New" panose="02070309020205020404" pitchFamily="49" charset="0"/>
                <a:cs typeface="Courier New" panose="02070309020205020404" pitchFamily="49" charset="0"/>
              </a:rPr>
              <a:t>(“INSERT INTO students values(195487, ‘</a:t>
            </a:r>
            <a:r>
              <a:rPr lang="en-US" b="1" dirty="0" err="1">
                <a:latin typeface="Courier New" panose="02070309020205020404" pitchFamily="49" charset="0"/>
                <a:cs typeface="Courier New" panose="02070309020205020404" pitchFamily="49" charset="0"/>
              </a:rPr>
              <a:t>Dany</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Solh</a:t>
            </a:r>
            <a:r>
              <a:rPr lang="en-US" b="1" dirty="0">
                <a:latin typeface="Courier New" panose="02070309020205020404" pitchFamily="49" charset="0"/>
                <a:cs typeface="Courier New" panose="02070309020205020404" pitchFamily="49" charset="0"/>
              </a:rPr>
              <a:t>’, 20, 1.7)”)</a:t>
            </a:r>
          </a:p>
          <a:p>
            <a:r>
              <a:rPr lang="en-US" sz="1800" dirty="0">
                <a:solidFill>
                  <a:schemeClr val="accent1">
                    <a:lumMod val="50000"/>
                  </a:schemeClr>
                </a:solidFill>
                <a:latin typeface="Gill Sans MT" panose="020B0502020104020203" pitchFamily="34" charset="0"/>
              </a:rPr>
              <a:t>or</a:t>
            </a:r>
          </a:p>
          <a:p>
            <a:r>
              <a:rPr lang="en-US" b="1" dirty="0" err="1">
                <a:latin typeface="Courier New" panose="02070309020205020404" pitchFamily="49" charset="0"/>
                <a:cs typeface="Courier New" panose="02070309020205020404" pitchFamily="49" charset="0"/>
              </a:rPr>
              <a:t>cursor.execute</a:t>
            </a:r>
            <a:r>
              <a:rPr lang="en-US" b="1" dirty="0">
                <a:latin typeface="Courier New" panose="02070309020205020404" pitchFamily="49" charset="0"/>
                <a:cs typeface="Courier New" panose="02070309020205020404" pitchFamily="49" charset="0"/>
              </a:rPr>
              <a:t>(“INSERT INTO students values(?, ?, ?, ?)”, (</a:t>
            </a:r>
            <a:r>
              <a:rPr lang="en-US" b="1" dirty="0" err="1">
                <a:latin typeface="Courier New" panose="02070309020205020404" pitchFamily="49" charset="0"/>
                <a:cs typeface="Courier New" panose="02070309020205020404" pitchFamily="49" charset="0"/>
              </a:rPr>
              <a:t>var_id</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var_name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var_age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var_GPA</a:t>
            </a:r>
            <a:r>
              <a:rPr lang="en-US" b="1" dirty="0">
                <a:latin typeface="Courier New" panose="02070309020205020404" pitchFamily="49" charset="0"/>
                <a:cs typeface="Courier New" panose="02070309020205020404" pitchFamily="49" charset="0"/>
              </a:rPr>
              <a:t>))</a:t>
            </a:r>
          </a:p>
          <a:p>
            <a:r>
              <a:rPr lang="en-US" b="1" dirty="0" err="1">
                <a:latin typeface="Courier New" panose="02070309020205020404" pitchFamily="49" charset="0"/>
                <a:cs typeface="Courier New" panose="02070309020205020404" pitchFamily="49" charset="0"/>
              </a:rPr>
              <a:t>db.commit</a:t>
            </a:r>
            <a:r>
              <a:rPr lang="en-US" b="1" dirty="0">
                <a:latin typeface="Courier New" panose="02070309020205020404" pitchFamily="49" charset="0"/>
                <a:cs typeface="Courier New" panose="02070309020205020404" pitchFamily="49" charset="0"/>
              </a:rPr>
              <a:t>() </a:t>
            </a:r>
            <a:r>
              <a:rPr lang="en-US" sz="1200" i="1" dirty="0">
                <a:solidFill>
                  <a:schemeClr val="accent6">
                    <a:lumMod val="50000"/>
                  </a:schemeClr>
                </a:solidFill>
                <a:cs typeface="Courier New" panose="02070309020205020404" pitchFamily="49" charset="0"/>
              </a:rPr>
              <a:t># to save the changes in the database</a:t>
            </a:r>
          </a:p>
          <a:p>
            <a:r>
              <a:rPr lang="en-US" sz="1600" dirty="0">
                <a:solidFill>
                  <a:schemeClr val="tx2">
                    <a:lumMod val="75000"/>
                  </a:schemeClr>
                </a:solidFill>
                <a:latin typeface="Gill Sans MT" panose="020B0502020104020203" pitchFamily="34" charset="0"/>
              </a:rPr>
              <a:t>Note: </a:t>
            </a:r>
            <a:r>
              <a:rPr lang="en-US" sz="1600" dirty="0" err="1">
                <a:solidFill>
                  <a:schemeClr val="tx2">
                    <a:lumMod val="75000"/>
                  </a:schemeClr>
                </a:solidFill>
                <a:latin typeface="Gill Sans MT" panose="020B0502020104020203" pitchFamily="34" charset="0"/>
              </a:rPr>
              <a:t>var_x</a:t>
            </a:r>
            <a:r>
              <a:rPr lang="en-US" sz="1600" dirty="0">
                <a:solidFill>
                  <a:schemeClr val="tx2">
                    <a:lumMod val="75000"/>
                  </a:schemeClr>
                </a:solidFill>
                <a:latin typeface="Gill Sans MT" panose="020B0502020104020203" pitchFamily="34" charset="0"/>
              </a:rPr>
              <a:t> is some variable input</a:t>
            </a:r>
            <a:endParaRPr lang="en-US" sz="1600" dirty="0">
              <a:solidFill>
                <a:schemeClr val="tx2">
                  <a:lumMod val="75000"/>
                </a:schemeClr>
              </a:solidFill>
              <a:latin typeface="Gill Sans MT" panose="020B0502020104020203" pitchFamily="34" charset="0"/>
            </a:endParaRPr>
          </a:p>
        </p:txBody>
      </p:sp>
      <p:sp>
        <p:nvSpPr>
          <p:cNvPr id="48" name="Rectangle 47"/>
          <p:cNvSpPr/>
          <p:nvPr/>
        </p:nvSpPr>
        <p:spPr>
          <a:xfrm>
            <a:off x="2818699" y="3100481"/>
            <a:ext cx="3528530" cy="307777"/>
          </a:xfrm>
          <a:prstGeom prst="rect">
            <a:avLst/>
          </a:prstGeom>
        </p:spPr>
        <p:txBody>
          <a:bodyPr wrap="none">
            <a:spAutoFit/>
          </a:bodyPr>
          <a:lstStyle/>
          <a:p>
            <a:r>
              <a:rPr lang="en-US" dirty="0"/>
              <a:t>The creation of a table will look as follows:</a:t>
            </a:r>
            <a:endParaRPr lang="en-US" dirty="0"/>
          </a:p>
        </p:txBody>
      </p:sp>
    </p:spTree>
    <p:extLst>
      <p:ext uri="{BB962C8B-B14F-4D97-AF65-F5344CB8AC3E}">
        <p14:creationId xmlns:p14="http://schemas.microsoft.com/office/powerpoint/2010/main" val="262584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47" grpId="0" animBg="1"/>
      <p:bldP spid="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SELECT</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5379;p57"/>
          <p:cNvGrpSpPr/>
          <p:nvPr/>
        </p:nvGrpSpPr>
        <p:grpSpPr>
          <a:xfrm>
            <a:off x="484284" y="1377109"/>
            <a:ext cx="8175431" cy="3057461"/>
            <a:chOff x="238125" y="1188750"/>
            <a:chExt cx="7140450" cy="4148611"/>
          </a:xfrm>
        </p:grpSpPr>
        <p:sp>
          <p:nvSpPr>
            <p:cNvPr id="42" name="Google Shape;5381;p57"/>
            <p:cNvSpPr/>
            <p:nvPr/>
          </p:nvSpPr>
          <p:spPr>
            <a:xfrm>
              <a:off x="238125" y="2940300"/>
              <a:ext cx="3507025" cy="2397061"/>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382;p57"/>
            <p:cNvSpPr/>
            <p:nvPr/>
          </p:nvSpPr>
          <p:spPr>
            <a:xfrm>
              <a:off x="3871550" y="1188750"/>
              <a:ext cx="3507025" cy="2421532"/>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384;p57"/>
            <p:cNvSpPr/>
            <p:nvPr/>
          </p:nvSpPr>
          <p:spPr>
            <a:xfrm>
              <a:off x="2842425" y="2279313"/>
              <a:ext cx="1843850" cy="1970704"/>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chemeClr val="accent6">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5566868" y="1875392"/>
            <a:ext cx="2858375" cy="523220"/>
          </a:xfrm>
          <a:prstGeom prst="rect">
            <a:avLst/>
          </a:prstGeom>
        </p:spPr>
        <p:txBody>
          <a:bodyPr wrap="square">
            <a:spAutoFit/>
          </a:bodyPr>
          <a:lstStyle/>
          <a:p>
            <a:r>
              <a:rPr lang="en-US" dirty="0">
                <a:latin typeface="Gill Sans MT" panose="020B0502020104020203" pitchFamily="34" charset="0"/>
              </a:rPr>
              <a:t>This statement allows us to </a:t>
            </a:r>
            <a:r>
              <a:rPr lang="en-US" dirty="0">
                <a:solidFill>
                  <a:schemeClr val="accent1">
                    <a:lumMod val="50000"/>
                  </a:schemeClr>
                </a:solidFill>
                <a:latin typeface="Gill Sans MT" panose="020B0502020104020203" pitchFamily="34" charset="0"/>
              </a:rPr>
              <a:t>get</a:t>
            </a:r>
            <a:r>
              <a:rPr lang="en-US" dirty="0">
                <a:latin typeface="Gill Sans MT" panose="020B0502020104020203" pitchFamily="34" charset="0"/>
              </a:rPr>
              <a:t> data from multiple tables in the database. </a:t>
            </a:r>
            <a:endParaRPr lang="en-US" dirty="0">
              <a:latin typeface="Gill Sans MT" panose="020B0502020104020203" pitchFamily="34" charset="0"/>
            </a:endParaRPr>
          </a:p>
        </p:txBody>
      </p:sp>
      <p:sp>
        <p:nvSpPr>
          <p:cNvPr id="5" name="Rectangle 4"/>
          <p:cNvSpPr/>
          <p:nvPr/>
        </p:nvSpPr>
        <p:spPr>
          <a:xfrm>
            <a:off x="608651" y="2907026"/>
            <a:ext cx="3135934" cy="1384995"/>
          </a:xfrm>
          <a:prstGeom prst="rect">
            <a:avLst/>
          </a:prstGeom>
        </p:spPr>
        <p:txBody>
          <a:bodyPr wrap="square">
            <a:spAutoFit/>
          </a:bodyPr>
          <a:lstStyle/>
          <a:p>
            <a:r>
              <a:rPr lang="en-US" dirty="0">
                <a:latin typeface="Gill Sans MT" panose="020B0502020104020203" pitchFamily="34" charset="0"/>
              </a:rPr>
              <a:t>We can be very </a:t>
            </a:r>
            <a:r>
              <a:rPr lang="en-US" dirty="0">
                <a:solidFill>
                  <a:schemeClr val="accent2">
                    <a:lumMod val="50000"/>
                  </a:schemeClr>
                </a:solidFill>
                <a:latin typeface="Gill Sans MT" panose="020B0502020104020203" pitchFamily="34" charset="0"/>
              </a:rPr>
              <a:t>creative</a:t>
            </a:r>
            <a:r>
              <a:rPr lang="en-US" dirty="0">
                <a:latin typeface="Gill Sans MT" panose="020B0502020104020203" pitchFamily="34" charset="0"/>
              </a:rPr>
              <a:t> with this command because it allows us to get data from and according to specific attributes, combine tables based on some conditions, order the displayed data, and many more.</a:t>
            </a:r>
            <a:endParaRPr lang="en-US" dirty="0">
              <a:latin typeface="Gill Sans MT" panose="020B0502020104020203" pitchFamily="34" charset="0"/>
            </a:endParaRPr>
          </a:p>
        </p:txBody>
      </p:sp>
      <p:sp>
        <p:nvSpPr>
          <p:cNvPr id="46" name="Rectangle 45"/>
          <p:cNvSpPr/>
          <p:nvPr/>
        </p:nvSpPr>
        <p:spPr>
          <a:xfrm>
            <a:off x="3744585" y="2667974"/>
            <a:ext cx="1510108" cy="461665"/>
          </a:xfrm>
          <a:prstGeom prst="rect">
            <a:avLst/>
          </a:prstGeom>
        </p:spPr>
        <p:txBody>
          <a:bodyPr wrap="square">
            <a:spAutoFit/>
          </a:bodyPr>
          <a:lstStyle/>
          <a:p>
            <a:pPr algn="ctr"/>
            <a:r>
              <a:rPr lang="en" sz="2400" b="1" dirty="0" smtClean="0"/>
              <a:t>SELECT</a:t>
            </a:r>
            <a:endParaRPr lang="en-US" sz="2400" b="1" dirty="0"/>
          </a:p>
        </p:txBody>
      </p:sp>
    </p:spTree>
    <p:extLst>
      <p:ext uri="{BB962C8B-B14F-4D97-AF65-F5344CB8AC3E}">
        <p14:creationId xmlns:p14="http://schemas.microsoft.com/office/powerpoint/2010/main" val="42053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SELECT</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p:cNvSpPr/>
          <p:nvPr/>
        </p:nvSpPr>
        <p:spPr>
          <a:xfrm>
            <a:off x="720000" y="1294478"/>
            <a:ext cx="7406846" cy="2062103"/>
          </a:xfrm>
          <a:prstGeom prst="rect">
            <a:avLst/>
          </a:prstGeom>
        </p:spPr>
        <p:txBody>
          <a:bodyPr wrap="square">
            <a:spAutoFit/>
          </a:bodyPr>
          <a:lstStyle/>
          <a:p>
            <a:r>
              <a:rPr lang="en-US" sz="2400" dirty="0">
                <a:solidFill>
                  <a:schemeClr val="tx2">
                    <a:lumMod val="75000"/>
                  </a:schemeClr>
                </a:solidFill>
                <a:latin typeface="Gill Sans MT" panose="020B0502020104020203" pitchFamily="34" charset="0"/>
              </a:rPr>
              <a:t>The common parts of this command are the following:</a:t>
            </a:r>
          </a:p>
          <a:p>
            <a:pPr lvl="1"/>
            <a:r>
              <a:rPr lang="en-US" sz="1800" b="1" dirty="0">
                <a:solidFill>
                  <a:schemeClr val="tx2">
                    <a:lumMod val="50000"/>
                  </a:schemeClr>
                </a:solidFill>
                <a:latin typeface="Gill Sans MT" panose="020B0502020104020203" pitchFamily="34" charset="0"/>
              </a:rPr>
              <a:t>FROM: </a:t>
            </a:r>
            <a:r>
              <a:rPr lang="en-US" dirty="0">
                <a:latin typeface="Gill Sans MT" panose="020B0502020104020203" pitchFamily="34" charset="0"/>
              </a:rPr>
              <a:t>select from which table we want to get data</a:t>
            </a:r>
            <a:endParaRPr lang="en-US" sz="2000" dirty="0">
              <a:latin typeface="Gill Sans MT" panose="020B0502020104020203" pitchFamily="34" charset="0"/>
            </a:endParaRPr>
          </a:p>
          <a:p>
            <a:pPr lvl="1"/>
            <a:r>
              <a:rPr lang="en-US" sz="1800" b="1" dirty="0">
                <a:solidFill>
                  <a:schemeClr val="tx2">
                    <a:lumMod val="50000"/>
                  </a:schemeClr>
                </a:solidFill>
                <a:latin typeface="Gill Sans MT" panose="020B0502020104020203" pitchFamily="34" charset="0"/>
              </a:rPr>
              <a:t>WHERE: </a:t>
            </a:r>
            <a:r>
              <a:rPr lang="en-US" dirty="0">
                <a:latin typeface="Gill Sans MT" panose="020B0502020104020203" pitchFamily="34" charset="0"/>
              </a:rPr>
              <a:t>allows to select the rows satisfying a certain condition</a:t>
            </a:r>
          </a:p>
          <a:p>
            <a:pPr lvl="1"/>
            <a:r>
              <a:rPr lang="en-US" sz="1800" b="1" dirty="0">
                <a:solidFill>
                  <a:schemeClr val="tx2">
                    <a:lumMod val="50000"/>
                  </a:schemeClr>
                </a:solidFill>
                <a:latin typeface="Gill Sans MT" panose="020B0502020104020203" pitchFamily="34" charset="0"/>
              </a:rPr>
              <a:t>JOIN: </a:t>
            </a:r>
            <a:r>
              <a:rPr lang="en-US" dirty="0">
                <a:latin typeface="Gill Sans MT" panose="020B0502020104020203" pitchFamily="34" charset="0"/>
              </a:rPr>
              <a:t>allows to temporarily combine tables based on an attribute</a:t>
            </a:r>
          </a:p>
          <a:p>
            <a:pPr lvl="1"/>
            <a:r>
              <a:rPr lang="en-US" sz="1800" b="1" dirty="0">
                <a:solidFill>
                  <a:schemeClr val="tx2">
                    <a:lumMod val="50000"/>
                  </a:schemeClr>
                </a:solidFill>
                <a:latin typeface="Gill Sans MT" panose="020B0502020104020203" pitchFamily="34" charset="0"/>
              </a:rPr>
              <a:t>GROUP BY: </a:t>
            </a:r>
            <a:r>
              <a:rPr lang="en-US" dirty="0">
                <a:latin typeface="Gill Sans MT" panose="020B0502020104020203" pitchFamily="34" charset="0"/>
              </a:rPr>
              <a:t>allows to group multiple rows based on an attribute’s value that can appear multiple times</a:t>
            </a:r>
          </a:p>
          <a:p>
            <a:pPr lvl="1"/>
            <a:r>
              <a:rPr lang="en-US" sz="1800" b="1" dirty="0">
                <a:solidFill>
                  <a:schemeClr val="tx2">
                    <a:lumMod val="50000"/>
                  </a:schemeClr>
                </a:solidFill>
                <a:latin typeface="Gill Sans MT" panose="020B0502020104020203" pitchFamily="34" charset="0"/>
              </a:rPr>
              <a:t>ORDER BY: </a:t>
            </a:r>
            <a:r>
              <a:rPr lang="en-US" dirty="0">
                <a:latin typeface="Gill Sans MT" panose="020B0502020104020203" pitchFamily="34" charset="0"/>
              </a:rPr>
              <a:t>specify the order of displaying the rows</a:t>
            </a:r>
            <a:endParaRPr lang="en-US" dirty="0">
              <a:latin typeface="Gill Sans MT" panose="020B0502020104020203" pitchFamily="34" charset="0"/>
            </a:endParaRPr>
          </a:p>
        </p:txBody>
      </p:sp>
    </p:spTree>
    <p:extLst>
      <p:ext uri="{BB962C8B-B14F-4D97-AF65-F5344CB8AC3E}">
        <p14:creationId xmlns:p14="http://schemas.microsoft.com/office/powerpoint/2010/main" val="19575140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SELECT (Examples)</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475488" y="1110334"/>
            <a:ext cx="8522208" cy="4124206"/>
          </a:xfrm>
          <a:prstGeom prst="rect">
            <a:avLst/>
          </a:prstGeom>
        </p:spPr>
        <p:txBody>
          <a:bodyPr wrap="square">
            <a:spAutoFit/>
          </a:bodyPr>
          <a:lstStyle/>
          <a:p>
            <a:pPr marL="285750" indent="-285750">
              <a:buFont typeface="Arial" panose="020B0604020202020204" pitchFamily="34" charset="0"/>
              <a:buChar char="•"/>
            </a:pPr>
            <a:r>
              <a:rPr lang="en-US" sz="1600" b="1" dirty="0" err="1">
                <a:solidFill>
                  <a:schemeClr val="tx1"/>
                </a:solidFill>
                <a:latin typeface="Courier New" panose="02070309020205020404" pitchFamily="49" charset="0"/>
                <a:cs typeface="Courier New" panose="02070309020205020404" pitchFamily="49" charset="0"/>
              </a:rPr>
              <a:t>cursor.execute</a:t>
            </a:r>
            <a:r>
              <a:rPr lang="en-US" sz="1600" b="1" dirty="0">
                <a:solidFill>
                  <a:schemeClr val="tx1"/>
                </a:solidFill>
                <a:latin typeface="Courier New" panose="02070309020205020404" pitchFamily="49" charset="0"/>
                <a:cs typeface="Courier New" panose="02070309020205020404" pitchFamily="49" charset="0"/>
              </a:rPr>
              <a:t>(‘‘‘SELECT * from table1’’’)</a:t>
            </a:r>
            <a:r>
              <a:rPr lang="en-US" sz="1600" b="1" dirty="0">
                <a:solidFill>
                  <a:schemeClr val="tx1"/>
                </a:solidFill>
                <a:latin typeface="Gill Sans MT" panose="020B0502020104020203" pitchFamily="34" charset="0"/>
              </a:rPr>
              <a:t> </a:t>
            </a:r>
            <a:r>
              <a:rPr lang="en-US" sz="1200" i="1" dirty="0">
                <a:solidFill>
                  <a:schemeClr val="accent6">
                    <a:lumMod val="50000"/>
                  </a:schemeClr>
                </a:solidFill>
                <a:latin typeface="Gill Sans MT" panose="020B0502020104020203" pitchFamily="34" charset="0"/>
              </a:rPr>
              <a:t>#selects all the attributes and all the data in </a:t>
            </a:r>
            <a:r>
              <a:rPr lang="en-US" sz="1200" i="1" dirty="0" smtClean="0">
                <a:solidFill>
                  <a:schemeClr val="accent6">
                    <a:lumMod val="50000"/>
                  </a:schemeClr>
                </a:solidFill>
                <a:latin typeface="Gill Sans MT" panose="020B0502020104020203" pitchFamily="34" charset="0"/>
              </a:rPr>
              <a:t>table1</a:t>
            </a:r>
          </a:p>
          <a:p>
            <a:pPr marL="171450" indent="-171450">
              <a:buFont typeface="Arial" panose="020B0604020202020204" pitchFamily="34" charset="0"/>
              <a:buChar char="•"/>
            </a:pPr>
            <a:endParaRPr lang="en-US" sz="1200" i="1" dirty="0">
              <a:solidFill>
                <a:schemeClr val="accent6">
                  <a:lumMod val="50000"/>
                </a:schemeClr>
              </a:solidFill>
              <a:latin typeface="Gill Sans MT" panose="020B0502020104020203" pitchFamily="34" charset="0"/>
            </a:endParaRPr>
          </a:p>
          <a:p>
            <a:pPr marL="285750" indent="-285750">
              <a:buFont typeface="Arial" panose="020B0604020202020204" pitchFamily="34" charset="0"/>
              <a:buChar char="•"/>
            </a:pPr>
            <a:r>
              <a:rPr lang="en-US" sz="1600" b="1" dirty="0" err="1">
                <a:solidFill>
                  <a:schemeClr val="tx1"/>
                </a:solidFill>
                <a:latin typeface="Courier New" panose="02070309020205020404" pitchFamily="49" charset="0"/>
                <a:cs typeface="Courier New" panose="02070309020205020404" pitchFamily="49" charset="0"/>
              </a:rPr>
              <a:t>cursor.execute</a:t>
            </a:r>
            <a:r>
              <a:rPr lang="en-US" sz="1600" b="1" dirty="0">
                <a:solidFill>
                  <a:schemeClr val="tx1"/>
                </a:solidFill>
                <a:latin typeface="Courier New" panose="02070309020205020404" pitchFamily="49" charset="0"/>
                <a:cs typeface="Courier New" panose="02070309020205020404" pitchFamily="49" charset="0"/>
              </a:rPr>
              <a:t>(‘‘‘SELECT att1, att2 from table1’’’)</a:t>
            </a:r>
            <a:r>
              <a:rPr lang="en-US" sz="1600" b="1" dirty="0">
                <a:solidFill>
                  <a:schemeClr val="tx1"/>
                </a:solidFill>
                <a:latin typeface="Gill Sans MT" panose="020B0502020104020203" pitchFamily="34" charset="0"/>
              </a:rPr>
              <a:t> </a:t>
            </a:r>
            <a:r>
              <a:rPr lang="en-US" sz="1200" i="1" dirty="0">
                <a:solidFill>
                  <a:schemeClr val="accent6">
                    <a:lumMod val="50000"/>
                  </a:schemeClr>
                </a:solidFill>
                <a:latin typeface="Gill Sans MT" panose="020B0502020104020203" pitchFamily="34" charset="0"/>
              </a:rPr>
              <a:t>#selects only the first and second attribute from all the rows in </a:t>
            </a:r>
            <a:r>
              <a:rPr lang="en-US" sz="1200" i="1" dirty="0" smtClean="0">
                <a:solidFill>
                  <a:schemeClr val="accent6">
                    <a:lumMod val="50000"/>
                  </a:schemeClr>
                </a:solidFill>
                <a:latin typeface="Gill Sans MT" panose="020B0502020104020203" pitchFamily="34" charset="0"/>
              </a:rPr>
              <a:t>table1</a:t>
            </a:r>
          </a:p>
          <a:p>
            <a:pPr marL="171450" indent="-171450">
              <a:buFont typeface="Arial" panose="020B0604020202020204" pitchFamily="34" charset="0"/>
              <a:buChar char="•"/>
            </a:pPr>
            <a:endParaRPr lang="en-US" sz="1200" i="1" dirty="0">
              <a:solidFill>
                <a:schemeClr val="accent6">
                  <a:lumMod val="50000"/>
                </a:schemeClr>
              </a:solidFill>
              <a:latin typeface="Gill Sans MT" panose="020B0502020104020203" pitchFamily="34" charset="0"/>
            </a:endParaRPr>
          </a:p>
          <a:p>
            <a:pPr marL="285750" indent="-285750">
              <a:buFont typeface="Arial" panose="020B0604020202020204" pitchFamily="34" charset="0"/>
              <a:buChar char="•"/>
            </a:pPr>
            <a:r>
              <a:rPr lang="en-US" sz="1600" b="1" dirty="0" err="1">
                <a:solidFill>
                  <a:schemeClr val="tx1"/>
                </a:solidFill>
                <a:latin typeface="Courier New" panose="02070309020205020404" pitchFamily="49" charset="0"/>
                <a:cs typeface="Courier New" panose="02070309020205020404" pitchFamily="49" charset="0"/>
              </a:rPr>
              <a:t>cursor.execute</a:t>
            </a:r>
            <a:r>
              <a:rPr lang="en-US" sz="1600" b="1" dirty="0">
                <a:solidFill>
                  <a:schemeClr val="tx1"/>
                </a:solidFill>
                <a:latin typeface="Courier New" panose="02070309020205020404" pitchFamily="49" charset="0"/>
                <a:cs typeface="Courier New" panose="02070309020205020404" pitchFamily="49" charset="0"/>
              </a:rPr>
              <a:t>(‘‘‘SELECT * from table1 WHERE att1=x’’’) </a:t>
            </a:r>
            <a:r>
              <a:rPr lang="en-US" sz="1200" i="1" dirty="0">
                <a:solidFill>
                  <a:schemeClr val="accent6">
                    <a:lumMod val="50000"/>
                  </a:schemeClr>
                </a:solidFill>
                <a:latin typeface="Gill Sans MT" panose="020B0502020104020203" pitchFamily="34" charset="0"/>
              </a:rPr>
              <a:t>#select only the rows where first attribute is equal to </a:t>
            </a:r>
            <a:r>
              <a:rPr lang="en-US" sz="1200" i="1" dirty="0" smtClean="0">
                <a:solidFill>
                  <a:schemeClr val="accent6">
                    <a:lumMod val="50000"/>
                  </a:schemeClr>
                </a:solidFill>
                <a:latin typeface="Gill Sans MT" panose="020B0502020104020203" pitchFamily="34" charset="0"/>
              </a:rPr>
              <a:t>x</a:t>
            </a:r>
          </a:p>
          <a:p>
            <a:pPr marL="285750" indent="-285750">
              <a:buFont typeface="Arial" panose="020B0604020202020204" pitchFamily="34" charset="0"/>
              <a:buChar char="•"/>
            </a:pPr>
            <a:endParaRPr lang="en-US" i="1" dirty="0">
              <a:solidFill>
                <a:schemeClr val="accent6">
                  <a:lumMod val="50000"/>
                </a:schemeClr>
              </a:solidFill>
              <a:latin typeface="Gill Sans MT" panose="020B0502020104020203" pitchFamily="34" charset="0"/>
            </a:endParaRPr>
          </a:p>
          <a:p>
            <a:pPr marL="285750" indent="-285750">
              <a:buFont typeface="Arial" panose="020B0604020202020204" pitchFamily="34" charset="0"/>
              <a:buChar char="•"/>
            </a:pPr>
            <a:r>
              <a:rPr lang="en-US" sz="1600" b="1" dirty="0" err="1">
                <a:solidFill>
                  <a:schemeClr val="tx1"/>
                </a:solidFill>
                <a:latin typeface="Courier New" panose="02070309020205020404" pitchFamily="49" charset="0"/>
                <a:cs typeface="Courier New" panose="02070309020205020404" pitchFamily="49" charset="0"/>
              </a:rPr>
              <a:t>cursor.execute</a:t>
            </a:r>
            <a:r>
              <a:rPr lang="en-US" sz="1600" b="1" dirty="0">
                <a:solidFill>
                  <a:schemeClr val="tx1"/>
                </a:solidFill>
                <a:latin typeface="Courier New" panose="02070309020205020404" pitchFamily="49" charset="0"/>
                <a:cs typeface="Courier New" panose="02070309020205020404" pitchFamily="49" charset="0"/>
              </a:rPr>
              <a:t>(‘‘‘SELECT * from table1 join table2 ON table1.att1=table2.att4’’’)</a:t>
            </a:r>
            <a:r>
              <a:rPr lang="en-US" b="1" dirty="0">
                <a:solidFill>
                  <a:schemeClr val="tx1"/>
                </a:solidFill>
                <a:latin typeface="Courier New" panose="02070309020205020404" pitchFamily="49" charset="0"/>
                <a:cs typeface="Courier New" panose="02070309020205020404" pitchFamily="49" charset="0"/>
              </a:rPr>
              <a:t> </a:t>
            </a:r>
            <a:r>
              <a:rPr lang="en-US" sz="1200" i="1" dirty="0">
                <a:solidFill>
                  <a:schemeClr val="accent6">
                    <a:lumMod val="50000"/>
                  </a:schemeClr>
                </a:solidFill>
                <a:latin typeface="Gill Sans MT" panose="020B0502020104020203" pitchFamily="34" charset="0"/>
              </a:rPr>
              <a:t>#combines table1 and table2 by merging the rows where the first attribute in table1 is equal to the fourth attribute in </a:t>
            </a:r>
            <a:r>
              <a:rPr lang="en-US" sz="1200" i="1" dirty="0" smtClean="0">
                <a:solidFill>
                  <a:schemeClr val="accent6">
                    <a:lumMod val="50000"/>
                  </a:schemeClr>
                </a:solidFill>
                <a:latin typeface="Gill Sans MT" panose="020B0502020104020203" pitchFamily="34" charset="0"/>
              </a:rPr>
              <a:t>table2</a:t>
            </a:r>
          </a:p>
          <a:p>
            <a:pPr marL="171450" indent="-171450">
              <a:buFont typeface="Arial" panose="020B0604020202020204" pitchFamily="34" charset="0"/>
              <a:buChar char="•"/>
            </a:pPr>
            <a:endParaRPr lang="en-US" sz="1200" i="1" dirty="0">
              <a:solidFill>
                <a:schemeClr val="accent6">
                  <a:lumMod val="50000"/>
                </a:schemeClr>
              </a:solidFill>
              <a:latin typeface="Gill Sans MT" panose="020B0502020104020203" pitchFamily="34" charset="0"/>
            </a:endParaRPr>
          </a:p>
          <a:p>
            <a:pPr marL="285750" indent="-285750">
              <a:buFont typeface="Arial" panose="020B0604020202020204" pitchFamily="34" charset="0"/>
              <a:buChar char="•"/>
            </a:pPr>
            <a:r>
              <a:rPr lang="en-US" sz="1600" b="1" dirty="0" err="1">
                <a:solidFill>
                  <a:schemeClr val="tx1"/>
                </a:solidFill>
                <a:latin typeface="Courier New" panose="02070309020205020404" pitchFamily="49" charset="0"/>
                <a:cs typeface="Courier New" panose="02070309020205020404" pitchFamily="49" charset="0"/>
              </a:rPr>
              <a:t>cursor.execute</a:t>
            </a:r>
            <a:r>
              <a:rPr lang="en-US" sz="1600" b="1" dirty="0">
                <a:solidFill>
                  <a:schemeClr val="tx1"/>
                </a:solidFill>
                <a:latin typeface="Courier New" panose="02070309020205020404" pitchFamily="49" charset="0"/>
                <a:cs typeface="Courier New" panose="02070309020205020404" pitchFamily="49" charset="0"/>
              </a:rPr>
              <a:t>(‘‘‘SELECT att1, COUNT(att2) from table1 GROUP BY att1’’’) </a:t>
            </a:r>
            <a:r>
              <a:rPr lang="en-US" sz="1200" i="1" dirty="0">
                <a:solidFill>
                  <a:schemeClr val="accent6">
                    <a:lumMod val="50000"/>
                  </a:schemeClr>
                </a:solidFill>
                <a:latin typeface="Gill Sans MT" panose="020B0502020104020203" pitchFamily="34" charset="0"/>
              </a:rPr>
              <a:t>#grouping the rows according to the first attribute and counting the number of rows where a specific value of attribute 1 appears. Note that we could have used any attribute, not necessarily the second</a:t>
            </a:r>
            <a:r>
              <a:rPr lang="en-US" sz="1200" i="1" dirty="0" smtClean="0">
                <a:solidFill>
                  <a:schemeClr val="accent6">
                    <a:lumMod val="50000"/>
                  </a:schemeClr>
                </a:solidFill>
                <a:latin typeface="Gill Sans MT" panose="020B0502020104020203" pitchFamily="34" charset="0"/>
              </a:rPr>
              <a:t>.</a:t>
            </a:r>
          </a:p>
          <a:p>
            <a:pPr marL="171450" indent="-171450">
              <a:buFont typeface="Arial" panose="020B0604020202020204" pitchFamily="34" charset="0"/>
              <a:buChar char="•"/>
            </a:pPr>
            <a:endParaRPr lang="en-US" sz="1200" i="1" dirty="0">
              <a:solidFill>
                <a:schemeClr val="accent6">
                  <a:lumMod val="50000"/>
                </a:schemeClr>
              </a:solidFill>
              <a:latin typeface="Gill Sans MT" panose="020B0502020104020203" pitchFamily="34" charset="0"/>
            </a:endParaRPr>
          </a:p>
          <a:p>
            <a:pPr marL="285750" indent="-285750">
              <a:buFont typeface="Arial" panose="020B0604020202020204" pitchFamily="34" charset="0"/>
              <a:buChar char="•"/>
            </a:pPr>
            <a:r>
              <a:rPr lang="en-US" sz="1600" b="1" dirty="0" err="1">
                <a:solidFill>
                  <a:schemeClr val="tx1"/>
                </a:solidFill>
                <a:latin typeface="Courier New" panose="02070309020205020404" pitchFamily="49" charset="0"/>
                <a:cs typeface="Courier New" panose="02070309020205020404" pitchFamily="49" charset="0"/>
              </a:rPr>
              <a:t>cursor.execute</a:t>
            </a:r>
            <a:r>
              <a:rPr lang="en-US" sz="1600" b="1" dirty="0">
                <a:solidFill>
                  <a:schemeClr val="tx1"/>
                </a:solidFill>
                <a:latin typeface="Courier New" panose="02070309020205020404" pitchFamily="49" charset="0"/>
                <a:cs typeface="Courier New" panose="02070309020205020404" pitchFamily="49" charset="0"/>
              </a:rPr>
              <a:t>(‘‘‘SELECT * from table1 ORDER BY att3’’’) </a:t>
            </a:r>
            <a:r>
              <a:rPr lang="en-US" sz="1200" i="1" dirty="0">
                <a:solidFill>
                  <a:schemeClr val="accent6">
                    <a:lumMod val="50000"/>
                  </a:schemeClr>
                </a:solidFill>
                <a:latin typeface="Gill Sans MT" panose="020B0502020104020203" pitchFamily="34" charset="0"/>
              </a:rPr>
              <a:t>#selects all the data from table1 and sorts it according to the third attribute</a:t>
            </a:r>
            <a:endParaRPr lang="en-US" sz="1200" i="1" dirty="0">
              <a:solidFill>
                <a:schemeClr val="accent6">
                  <a:lumMod val="50000"/>
                </a:schemeClr>
              </a:solidFill>
              <a:latin typeface="Gill Sans MT" panose="020B0502020104020203" pitchFamily="34" charset="0"/>
            </a:endParaRPr>
          </a:p>
        </p:txBody>
      </p:sp>
    </p:spTree>
    <p:extLst>
      <p:ext uri="{BB962C8B-B14F-4D97-AF65-F5344CB8AC3E}">
        <p14:creationId xmlns:p14="http://schemas.microsoft.com/office/powerpoint/2010/main" val="174650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SELECT (Visual </a:t>
            </a:r>
            <a:r>
              <a:rPr lang="en" dirty="0" smtClean="0"/>
              <a:t>E</a:t>
            </a:r>
            <a:r>
              <a:rPr lang="en" dirty="0" smtClean="0"/>
              <a:t>xample)</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p:cNvPicPr>
            <a:picLocks noChangeAspect="1"/>
          </p:cNvPicPr>
          <p:nvPr/>
        </p:nvPicPr>
        <p:blipFill>
          <a:blip r:embed="rId3"/>
          <a:stretch>
            <a:fillRect/>
          </a:stretch>
        </p:blipFill>
        <p:spPr>
          <a:xfrm>
            <a:off x="1140848" y="1273211"/>
            <a:ext cx="6741472" cy="1543523"/>
          </a:xfrm>
          <a:prstGeom prst="rect">
            <a:avLst/>
          </a:prstGeom>
        </p:spPr>
      </p:pic>
      <p:sp>
        <p:nvSpPr>
          <p:cNvPr id="6" name="Rectangle 5"/>
          <p:cNvSpPr/>
          <p:nvPr/>
        </p:nvSpPr>
        <p:spPr>
          <a:xfrm>
            <a:off x="1083204" y="3072220"/>
            <a:ext cx="6935805" cy="1477328"/>
          </a:xfrm>
          <a:prstGeom prst="rect">
            <a:avLst/>
          </a:prstGeom>
          <a:ln>
            <a:noFill/>
          </a:ln>
        </p:spPr>
        <p:txBody>
          <a:bodyPr wrap="square">
            <a:spAutoFit/>
          </a:bodyPr>
          <a:lstStyle/>
          <a:p>
            <a:pPr marL="285750" indent="-285750">
              <a:buFont typeface="Arial" panose="020B0604020202020204" pitchFamily="34" charset="0"/>
              <a:buChar char="•"/>
            </a:pPr>
            <a:r>
              <a:rPr lang="en-US" sz="1800" dirty="0">
                <a:solidFill>
                  <a:schemeClr val="tx2">
                    <a:lumMod val="75000"/>
                  </a:schemeClr>
                </a:solidFill>
                <a:latin typeface="Gill Sans MT" panose="020B0502020104020203" pitchFamily="34" charset="0"/>
              </a:rPr>
              <a:t>SELECT * FROM students</a:t>
            </a:r>
          </a:p>
          <a:p>
            <a:pPr marL="285750" indent="-285750">
              <a:buFont typeface="Arial" panose="020B0604020202020204" pitchFamily="34" charset="0"/>
              <a:buChar char="•"/>
            </a:pPr>
            <a:r>
              <a:rPr lang="en-GB" sz="1800" dirty="0">
                <a:solidFill>
                  <a:schemeClr val="accent2">
                    <a:lumMod val="75000"/>
                  </a:schemeClr>
                </a:solidFill>
                <a:latin typeface="Gill Sans MT" panose="020B0502020104020203" pitchFamily="34" charset="0"/>
              </a:rPr>
              <a:t>SELECT name, age FROM students</a:t>
            </a:r>
          </a:p>
          <a:p>
            <a:pPr marL="285750" indent="-285750">
              <a:buFont typeface="Arial" panose="020B0604020202020204" pitchFamily="34" charset="0"/>
              <a:buChar char="•"/>
            </a:pPr>
            <a:r>
              <a:rPr lang="en-GB" sz="1800" dirty="0">
                <a:solidFill>
                  <a:schemeClr val="accent3">
                    <a:lumMod val="60000"/>
                    <a:lumOff val="40000"/>
                  </a:schemeClr>
                </a:solidFill>
                <a:latin typeface="Gill Sans MT" panose="020B0502020104020203" pitchFamily="34" charset="0"/>
              </a:rPr>
              <a:t>SELECT * FROM students WHERE age = </a:t>
            </a:r>
            <a:r>
              <a:rPr lang="en-GB" sz="1800" dirty="0" smtClean="0">
                <a:solidFill>
                  <a:schemeClr val="accent3">
                    <a:lumMod val="60000"/>
                    <a:lumOff val="40000"/>
                  </a:schemeClr>
                </a:solidFill>
                <a:latin typeface="Gill Sans MT" panose="020B0502020104020203" pitchFamily="34" charset="0"/>
              </a:rPr>
              <a:t>22;</a:t>
            </a:r>
            <a:endParaRPr lang="en-GB" sz="1800" dirty="0">
              <a:solidFill>
                <a:schemeClr val="accent3">
                  <a:lumMod val="60000"/>
                  <a:lumOff val="40000"/>
                </a:schemeClr>
              </a:solidFill>
              <a:latin typeface="Gill Sans MT" panose="020B0502020104020203" pitchFamily="34" charset="0"/>
            </a:endParaRPr>
          </a:p>
          <a:p>
            <a:pPr marL="285750" indent="-285750">
              <a:buFont typeface="Arial" panose="020B0604020202020204" pitchFamily="34" charset="0"/>
              <a:buChar char="•"/>
            </a:pPr>
            <a:r>
              <a:rPr lang="en-GB" sz="1800" dirty="0">
                <a:latin typeface="Gill Sans MT" panose="020B0502020104020203" pitchFamily="34" charset="0"/>
              </a:rPr>
              <a:t>SELECT age, COUNT(student_id) FROM students GROUP BY age</a:t>
            </a:r>
          </a:p>
          <a:p>
            <a:pPr marL="285750" indent="-285750">
              <a:buFont typeface="Arial" panose="020B0604020202020204" pitchFamily="34" charset="0"/>
              <a:buChar char="•"/>
            </a:pPr>
            <a:r>
              <a:rPr lang="en-GB" sz="1800" dirty="0">
                <a:latin typeface="Gill Sans MT" panose="020B0502020104020203" pitchFamily="34" charset="0"/>
              </a:rPr>
              <a:t>SELECT * FROM students ORDER BY grade DESC;</a:t>
            </a:r>
            <a:endParaRPr lang="en-GB" sz="1800" dirty="0">
              <a:latin typeface="Gill Sans MT" panose="020B0502020104020203" pitchFamily="34" charset="0"/>
            </a:endParaRPr>
          </a:p>
        </p:txBody>
      </p:sp>
      <p:sp>
        <p:nvSpPr>
          <p:cNvPr id="40" name="Rectangle 39"/>
          <p:cNvSpPr/>
          <p:nvPr/>
        </p:nvSpPr>
        <p:spPr>
          <a:xfrm>
            <a:off x="841248" y="1036518"/>
            <a:ext cx="7291994" cy="1950375"/>
          </a:xfrm>
          <a:prstGeom prst="rect">
            <a:avLst/>
          </a:prstGeom>
          <a:noFill/>
          <a:ln w="38100" cap="flat" cmpd="sng" algn="ctr">
            <a:solidFill>
              <a:schemeClr val="tx2">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2" name="Rectangle 41"/>
          <p:cNvSpPr/>
          <p:nvPr/>
        </p:nvSpPr>
        <p:spPr>
          <a:xfrm>
            <a:off x="2962656" y="1188919"/>
            <a:ext cx="3279648" cy="1627816"/>
          </a:xfrm>
          <a:prstGeom prst="rect">
            <a:avLst/>
          </a:prstGeom>
          <a:noFill/>
          <a:ln w="38100" cap="flat" cmpd="sng" algn="ctr">
            <a:solidFill>
              <a:schemeClr val="accent2">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3" name="Rectangle 42"/>
          <p:cNvSpPr/>
          <p:nvPr/>
        </p:nvSpPr>
        <p:spPr>
          <a:xfrm>
            <a:off x="1101856" y="1604145"/>
            <a:ext cx="6780464" cy="297807"/>
          </a:xfrm>
          <a:prstGeom prst="rect">
            <a:avLst/>
          </a:prstGeom>
          <a:noFill/>
          <a:ln w="38100" cap="flat" cmpd="sng" algn="ctr">
            <a:solidFill>
              <a:schemeClr val="accent3">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4" name="Rectangle 43"/>
          <p:cNvSpPr/>
          <p:nvPr/>
        </p:nvSpPr>
        <p:spPr>
          <a:xfrm>
            <a:off x="1101856" y="2455103"/>
            <a:ext cx="6780464" cy="297807"/>
          </a:xfrm>
          <a:prstGeom prst="rect">
            <a:avLst/>
          </a:prstGeom>
          <a:noFill/>
          <a:ln w="38100" cap="flat" cmpd="sng" algn="ctr">
            <a:solidFill>
              <a:schemeClr val="accent3">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2789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heel(1)">
                                      <p:cBhvr>
                                        <p:cTn id="11" dur="20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wheel(1)">
                                      <p:cBhvr>
                                        <p:cTn id="20" dur="2000"/>
                                        <p:tgtEl>
                                          <p:spTgt spid="4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wheel(1)">
                                      <p:cBhvr>
                                        <p:cTn id="29" dur="2000"/>
                                        <p:tgtEl>
                                          <p:spTgt spid="43"/>
                                        </p:tgtEl>
                                      </p:cBhvr>
                                    </p:animEffect>
                                  </p:childTnLst>
                                </p:cTn>
                              </p:par>
                              <p:par>
                                <p:cTn id="30" presetID="21" presetClass="entr" presetSubtype="1"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heel(1)">
                                      <p:cBhvr>
                                        <p:cTn id="32" dur="20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2" grpId="0" animBg="1"/>
      <p:bldP spid="43" grpId="0" animBg="1"/>
      <p:bldP spid="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SELECT (more details)</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p:cNvSpPr/>
          <p:nvPr/>
        </p:nvSpPr>
        <p:spPr>
          <a:xfrm>
            <a:off x="326309" y="1171521"/>
            <a:ext cx="4852416" cy="3754874"/>
          </a:xfrm>
          <a:prstGeom prst="rect">
            <a:avLst/>
          </a:prstGeom>
        </p:spPr>
        <p:txBody>
          <a:bodyPr wrap="square">
            <a:spAutoFit/>
          </a:bodyPr>
          <a:lstStyle/>
          <a:p>
            <a:pPr marL="285750" indent="-285750">
              <a:buFont typeface="Arial" panose="020B0604020202020204" pitchFamily="34" charset="0"/>
              <a:buChar char="•"/>
            </a:pPr>
            <a:r>
              <a:rPr lang="en-US" sz="1600" dirty="0">
                <a:latin typeface="Gill Sans MT" panose="020B0502020104020203" pitchFamily="34" charset="0"/>
              </a:rPr>
              <a:t>To </a:t>
            </a:r>
            <a:r>
              <a:rPr lang="en-US" sz="1600" dirty="0" smtClean="0">
                <a:latin typeface="Gill Sans MT" panose="020B0502020104020203" pitchFamily="34" charset="0"/>
              </a:rPr>
              <a:t>get </a:t>
            </a:r>
            <a:r>
              <a:rPr lang="en-US" sz="1600" dirty="0">
                <a:latin typeface="Gill Sans MT" panose="020B0502020104020203" pitchFamily="34" charset="0"/>
              </a:rPr>
              <a:t>the data, we must fetch it after executing the </a:t>
            </a:r>
            <a:r>
              <a:rPr lang="en-US" sz="1600" dirty="0" smtClean="0">
                <a:latin typeface="Gill Sans MT" panose="020B0502020104020203" pitchFamily="34" charset="0"/>
              </a:rPr>
              <a:t>query </a:t>
            </a:r>
            <a:r>
              <a:rPr lang="en-US" sz="1600" dirty="0" smtClean="0">
                <a:latin typeface="Gill Sans MT" panose="020B0502020104020203" pitchFamily="34" charset="0"/>
                <a:sym typeface="Wingdings" panose="05000000000000000000" pitchFamily="2" charset="2"/>
              </a:rPr>
              <a:t> </a:t>
            </a:r>
            <a:r>
              <a:rPr lang="en-US" sz="1600" dirty="0" smtClean="0">
                <a:latin typeface="Gill Sans MT" panose="020B0502020104020203" pitchFamily="34" charset="0"/>
              </a:rPr>
              <a:t>This </a:t>
            </a:r>
            <a:r>
              <a:rPr lang="en-US" sz="1600" dirty="0">
                <a:latin typeface="Gill Sans MT" panose="020B0502020104020203" pitchFamily="34" charset="0"/>
              </a:rPr>
              <a:t>is done using either </a:t>
            </a:r>
            <a:r>
              <a:rPr lang="en-US" sz="1600" b="1" dirty="0" err="1">
                <a:solidFill>
                  <a:schemeClr val="accent1"/>
                </a:solidFill>
                <a:latin typeface="Courier New" panose="02070309020205020404" pitchFamily="49" charset="0"/>
                <a:cs typeface="Courier New" panose="02070309020205020404" pitchFamily="49" charset="0"/>
              </a:rPr>
              <a:t>cursor.fetchall</a:t>
            </a:r>
            <a:r>
              <a:rPr lang="en-US" sz="1600" b="1" dirty="0">
                <a:solidFill>
                  <a:schemeClr val="accent1"/>
                </a:solidFill>
                <a:latin typeface="Courier New" panose="02070309020205020404" pitchFamily="49" charset="0"/>
                <a:cs typeface="Courier New" panose="02070309020205020404" pitchFamily="49" charset="0"/>
              </a:rPr>
              <a:t>()</a:t>
            </a:r>
            <a:r>
              <a:rPr lang="en-US" sz="1600" dirty="0">
                <a:latin typeface="Gill Sans MT" panose="020B0502020104020203" pitchFamily="34" charset="0"/>
              </a:rPr>
              <a:t> or </a:t>
            </a:r>
            <a:r>
              <a:rPr lang="en-US" sz="1600" b="1" dirty="0" err="1">
                <a:solidFill>
                  <a:schemeClr val="accent1"/>
                </a:solidFill>
                <a:latin typeface="Courier New" panose="02070309020205020404" pitchFamily="49" charset="0"/>
                <a:cs typeface="Courier New" panose="02070309020205020404" pitchFamily="49" charset="0"/>
              </a:rPr>
              <a:t>cursor.fetchone</a:t>
            </a:r>
            <a:r>
              <a:rPr lang="en-US" sz="1600" b="1" dirty="0">
                <a:solidFill>
                  <a:schemeClr val="accent1"/>
                </a:solidFill>
                <a:latin typeface="Courier New" panose="02070309020205020404" pitchFamily="49" charset="0"/>
                <a:cs typeface="Courier New" panose="02070309020205020404" pitchFamily="49" charset="0"/>
              </a:rPr>
              <a:t>()</a:t>
            </a:r>
            <a:r>
              <a:rPr lang="en-US" sz="1600" dirty="0">
                <a:latin typeface="Gill Sans MT" panose="020B0502020104020203" pitchFamily="34" charset="0"/>
              </a:rPr>
              <a:t>.</a:t>
            </a:r>
          </a:p>
          <a:p>
            <a:pPr marL="285750" indent="-285750">
              <a:buFont typeface="Arial" panose="020B0604020202020204" pitchFamily="34" charset="0"/>
              <a:buChar char="•"/>
            </a:pPr>
            <a:r>
              <a:rPr lang="en-US" sz="1600" dirty="0" smtClean="0">
                <a:solidFill>
                  <a:schemeClr val="tx1"/>
                </a:solidFill>
                <a:latin typeface="Gill Sans MT" panose="020B0502020104020203" pitchFamily="34" charset="0"/>
              </a:rPr>
              <a:t>GROUP </a:t>
            </a:r>
            <a:r>
              <a:rPr lang="en-US" sz="1600" dirty="0">
                <a:solidFill>
                  <a:schemeClr val="tx1"/>
                </a:solidFill>
                <a:latin typeface="Gill Sans MT" panose="020B0502020104020203" pitchFamily="34" charset="0"/>
              </a:rPr>
              <a:t>BY </a:t>
            </a:r>
            <a:r>
              <a:rPr lang="en-US" sz="1600" dirty="0" smtClean="0">
                <a:latin typeface="Gill Sans MT" panose="020B0502020104020203" pitchFamily="34" charset="0"/>
              </a:rPr>
              <a:t>command: groups </a:t>
            </a:r>
            <a:r>
              <a:rPr lang="en-US" sz="1600" dirty="0">
                <a:latin typeface="Gill Sans MT" panose="020B0502020104020203" pitchFamily="34" charset="0"/>
              </a:rPr>
              <a:t>the rows according to an attribute and typically show some data regarding those rows like their number as in the previous example, a max or a min or an average value, etc</a:t>
            </a:r>
            <a:r>
              <a:rPr lang="en-US" sz="1600" dirty="0" smtClean="0">
                <a:latin typeface="Gill Sans MT" panose="020B0502020104020203" pitchFamily="34" charset="0"/>
              </a:rPr>
              <a:t>.</a:t>
            </a:r>
          </a:p>
          <a:p>
            <a:pPr marL="285750" indent="-285750">
              <a:buFont typeface="Arial" panose="020B0604020202020204" pitchFamily="34" charset="0"/>
              <a:buChar char="•"/>
            </a:pPr>
            <a:r>
              <a:rPr lang="en-US" sz="1600" dirty="0">
                <a:latin typeface="Gill Sans MT" panose="020B0502020104020203" pitchFamily="34" charset="0"/>
              </a:rPr>
              <a:t>There are different types of JOIN that can be used. The one used in the previous slide is the default JOIN also known as the INNER JOIN. There is also the LEFT JOIN, RIGHT JOIN, CROSS JOIN and many others.</a:t>
            </a:r>
          </a:p>
          <a:p>
            <a:pPr marL="285750" indent="-285750">
              <a:buFont typeface="Arial" panose="020B0604020202020204" pitchFamily="34" charset="0"/>
              <a:buChar char="•"/>
            </a:pPr>
            <a:endParaRPr lang="en-US" dirty="0">
              <a:latin typeface="Gill Sans MT" panose="020B0502020104020203" pitchFamily="34" charset="0"/>
            </a:endParaRPr>
          </a:p>
        </p:txBody>
      </p:sp>
      <p:pic>
        <p:nvPicPr>
          <p:cNvPr id="6146" name="Picture 2" descr="INNER JOIN, OUTER JOIN, and FULL JOIN in SQL using Laravel | by Dimuth  Adithy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8725" y="1524921"/>
            <a:ext cx="3842059" cy="2163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84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146"/>
                                        </p:tgtEl>
                                        <p:attrNameLst>
                                          <p:attrName>style.visibility</p:attrName>
                                        </p:attrNameLst>
                                      </p:cBhvr>
                                      <p:to>
                                        <p:strVal val="visible"/>
                                      </p:to>
                                    </p:set>
                                    <p:animEffect transition="in" filter="fade">
                                      <p:cBhvr>
                                        <p:cTn id="19" dur="1000"/>
                                        <p:tgtEl>
                                          <p:spTgt spid="6146"/>
                                        </p:tgtEl>
                                      </p:cBhvr>
                                    </p:animEffect>
                                    <p:anim calcmode="lin" valueType="num">
                                      <p:cBhvr>
                                        <p:cTn id="20" dur="1000" fill="hold"/>
                                        <p:tgtEl>
                                          <p:spTgt spid="6146"/>
                                        </p:tgtEl>
                                        <p:attrNameLst>
                                          <p:attrName>ppt_x</p:attrName>
                                        </p:attrNameLst>
                                      </p:cBhvr>
                                      <p:tavLst>
                                        <p:tav tm="0">
                                          <p:val>
                                            <p:strVal val="#ppt_x"/>
                                          </p:val>
                                        </p:tav>
                                        <p:tav tm="100000">
                                          <p:val>
                                            <p:strVal val="#ppt_x"/>
                                          </p:val>
                                        </p:tav>
                                      </p:tavLst>
                                    </p:anim>
                                    <p:anim calcmode="lin" valueType="num">
                                      <p:cBhvr>
                                        <p:cTn id="21"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UPDATE</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5379;p57"/>
          <p:cNvGrpSpPr/>
          <p:nvPr/>
        </p:nvGrpSpPr>
        <p:grpSpPr>
          <a:xfrm>
            <a:off x="704221" y="1157795"/>
            <a:ext cx="7163785" cy="2410698"/>
            <a:chOff x="238125" y="1188750"/>
            <a:chExt cx="7140450" cy="4148611"/>
          </a:xfrm>
        </p:grpSpPr>
        <p:sp>
          <p:nvSpPr>
            <p:cNvPr id="42" name="Google Shape;5381;p57"/>
            <p:cNvSpPr/>
            <p:nvPr/>
          </p:nvSpPr>
          <p:spPr>
            <a:xfrm>
              <a:off x="238125" y="2940300"/>
              <a:ext cx="3507025" cy="2397061"/>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382;p57"/>
            <p:cNvSpPr/>
            <p:nvPr/>
          </p:nvSpPr>
          <p:spPr>
            <a:xfrm>
              <a:off x="3871550" y="1188750"/>
              <a:ext cx="3507025" cy="2421532"/>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384;p57"/>
            <p:cNvSpPr/>
            <p:nvPr/>
          </p:nvSpPr>
          <p:spPr>
            <a:xfrm>
              <a:off x="2842425" y="2279313"/>
              <a:ext cx="1843850" cy="1970704"/>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chemeClr val="accent6">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5070120" y="1374520"/>
            <a:ext cx="2710131" cy="738664"/>
          </a:xfrm>
          <a:prstGeom prst="rect">
            <a:avLst/>
          </a:prstGeom>
        </p:spPr>
        <p:txBody>
          <a:bodyPr wrap="square">
            <a:spAutoFit/>
          </a:bodyPr>
          <a:lstStyle/>
          <a:p>
            <a:pPr algn="r"/>
            <a:r>
              <a:rPr lang="en-US" dirty="0">
                <a:latin typeface="Gill Sans MT" panose="020B0502020104020203" pitchFamily="34" charset="0"/>
              </a:rPr>
              <a:t>This command is used whenever we want to modify the data in one or many rows of a table.</a:t>
            </a:r>
            <a:endParaRPr lang="en-US" dirty="0">
              <a:latin typeface="Gill Sans MT" panose="020B0502020104020203" pitchFamily="34" charset="0"/>
            </a:endParaRPr>
          </a:p>
        </p:txBody>
      </p:sp>
      <p:sp>
        <p:nvSpPr>
          <p:cNvPr id="5" name="Rectangle 4"/>
          <p:cNvSpPr/>
          <p:nvPr/>
        </p:nvSpPr>
        <p:spPr>
          <a:xfrm>
            <a:off x="740771" y="2564912"/>
            <a:ext cx="3096938" cy="954107"/>
          </a:xfrm>
          <a:prstGeom prst="rect">
            <a:avLst/>
          </a:prstGeom>
        </p:spPr>
        <p:txBody>
          <a:bodyPr wrap="square">
            <a:spAutoFit/>
          </a:bodyPr>
          <a:lstStyle/>
          <a:p>
            <a:r>
              <a:rPr lang="en-US" dirty="0" smtClean="0">
                <a:latin typeface="Gill Sans MT" panose="020B0502020104020203" pitchFamily="34" charset="0"/>
              </a:rPr>
              <a:t>We </a:t>
            </a:r>
            <a:r>
              <a:rPr lang="en-US" dirty="0">
                <a:latin typeface="Gill Sans MT" panose="020B0502020104020203" pitchFamily="34" charset="0"/>
              </a:rPr>
              <a:t>must specify in which table </a:t>
            </a:r>
            <a:r>
              <a:rPr lang="en-US" dirty="0" smtClean="0">
                <a:latin typeface="Gill Sans MT" panose="020B0502020104020203" pitchFamily="34" charset="0"/>
              </a:rPr>
              <a:t>we </a:t>
            </a:r>
            <a:r>
              <a:rPr lang="en-US" dirty="0">
                <a:latin typeface="Gill Sans MT" panose="020B0502020104020203" pitchFamily="34" charset="0"/>
              </a:rPr>
              <a:t>want to make the modification, to what value </a:t>
            </a:r>
            <a:r>
              <a:rPr lang="en-US" dirty="0" smtClean="0">
                <a:latin typeface="Gill Sans MT" panose="020B0502020104020203" pitchFamily="34" charset="0"/>
              </a:rPr>
              <a:t>we </a:t>
            </a:r>
            <a:r>
              <a:rPr lang="en-US" dirty="0">
                <a:latin typeface="Gill Sans MT" panose="020B0502020104020203" pitchFamily="34" charset="0"/>
              </a:rPr>
              <a:t>want to set the columns </a:t>
            </a:r>
            <a:r>
              <a:rPr lang="en-US" dirty="0" smtClean="0">
                <a:latin typeface="Gill Sans MT" panose="020B0502020104020203" pitchFamily="34" charset="0"/>
              </a:rPr>
              <a:t>and </a:t>
            </a:r>
            <a:r>
              <a:rPr lang="en-US" dirty="0">
                <a:latin typeface="Gill Sans MT" panose="020B0502020104020203" pitchFamily="34" charset="0"/>
              </a:rPr>
              <a:t>what specific rows</a:t>
            </a:r>
            <a:endParaRPr lang="en-US" dirty="0">
              <a:latin typeface="Gill Sans MT" panose="020B0502020104020203" pitchFamily="34" charset="0"/>
            </a:endParaRPr>
          </a:p>
        </p:txBody>
      </p:sp>
      <p:sp>
        <p:nvSpPr>
          <p:cNvPr id="46" name="Rectangle 45"/>
          <p:cNvSpPr/>
          <p:nvPr/>
        </p:nvSpPr>
        <p:spPr>
          <a:xfrm>
            <a:off x="3436393" y="2098279"/>
            <a:ext cx="1645727" cy="461665"/>
          </a:xfrm>
          <a:prstGeom prst="rect">
            <a:avLst/>
          </a:prstGeom>
        </p:spPr>
        <p:txBody>
          <a:bodyPr wrap="square">
            <a:spAutoFit/>
          </a:bodyPr>
          <a:lstStyle/>
          <a:p>
            <a:pPr algn="ctr"/>
            <a:r>
              <a:rPr lang="en" sz="2400" b="1" dirty="0" smtClean="0"/>
              <a:t>UPDATE</a:t>
            </a:r>
            <a:endParaRPr lang="en-US" sz="2400" b="1" dirty="0"/>
          </a:p>
        </p:txBody>
      </p:sp>
      <p:sp>
        <p:nvSpPr>
          <p:cNvPr id="2" name="Rectangle 1"/>
          <p:cNvSpPr/>
          <p:nvPr/>
        </p:nvSpPr>
        <p:spPr>
          <a:xfrm>
            <a:off x="611205" y="3798694"/>
            <a:ext cx="2557110" cy="307777"/>
          </a:xfrm>
          <a:prstGeom prst="rect">
            <a:avLst/>
          </a:prstGeom>
        </p:spPr>
        <p:txBody>
          <a:bodyPr wrap="none">
            <a:spAutoFit/>
          </a:bodyPr>
          <a:lstStyle/>
          <a:p>
            <a:r>
              <a:rPr lang="en-US" dirty="0">
                <a:latin typeface="Gill Sans MT" panose="020B0502020104020203" pitchFamily="34" charset="0"/>
              </a:rPr>
              <a:t>The command will look like this:</a:t>
            </a:r>
            <a:endParaRPr lang="en-US" dirty="0">
              <a:latin typeface="Gill Sans MT" panose="020B0502020104020203" pitchFamily="34" charset="0"/>
            </a:endParaRPr>
          </a:p>
        </p:txBody>
      </p:sp>
      <p:sp>
        <p:nvSpPr>
          <p:cNvPr id="3" name="Rectangle 2"/>
          <p:cNvSpPr/>
          <p:nvPr/>
        </p:nvSpPr>
        <p:spPr>
          <a:xfrm>
            <a:off x="590312" y="4106471"/>
            <a:ext cx="6999423" cy="738664"/>
          </a:xfrm>
          <a:prstGeom prst="rect">
            <a:avLst/>
          </a:prstGeom>
          <a:ln>
            <a:solidFill>
              <a:schemeClr val="accent1">
                <a:lumMod val="75000"/>
              </a:schemeClr>
            </a:solidFill>
          </a:ln>
        </p:spPr>
        <p:txBody>
          <a:bodyPr wrap="square">
            <a:spAutoFit/>
          </a:bodyPr>
          <a:lstStyle/>
          <a:p>
            <a:r>
              <a:rPr lang="en-US" b="1" dirty="0" err="1">
                <a:latin typeface="Courier New" panose="02070309020205020404" pitchFamily="49" charset="0"/>
                <a:cs typeface="Courier New" panose="02070309020205020404" pitchFamily="49" charset="0"/>
              </a:rPr>
              <a:t>cursor.execute</a:t>
            </a:r>
            <a:r>
              <a:rPr lang="en-US" b="1" dirty="0">
                <a:latin typeface="Courier New" panose="02070309020205020404" pitchFamily="49" charset="0"/>
                <a:cs typeface="Courier New" panose="02070309020205020404" pitchFamily="49" charset="0"/>
              </a:rPr>
              <a:t>(‘‘‘UPDATE table SET column1=x, column2=y… where column1=</a:t>
            </a:r>
            <a:r>
              <a:rPr lang="en-US" b="1" dirty="0" err="1">
                <a:latin typeface="Courier New" panose="02070309020205020404" pitchFamily="49" charset="0"/>
                <a:cs typeface="Courier New" panose="02070309020205020404" pitchFamily="49" charset="0"/>
              </a:rPr>
              <a:t>var</a:t>
            </a:r>
            <a:r>
              <a:rPr lang="en-US" b="1" dirty="0">
                <a:latin typeface="Courier New" panose="02070309020205020404" pitchFamily="49" charset="0"/>
                <a:cs typeface="Courier New" panose="02070309020205020404" pitchFamily="49" charset="0"/>
              </a:rPr>
              <a:t>”’)</a:t>
            </a:r>
          </a:p>
          <a:p>
            <a:r>
              <a:rPr lang="en-US" b="1" dirty="0" err="1">
                <a:latin typeface="Courier New" panose="02070309020205020404" pitchFamily="49" charset="0"/>
                <a:cs typeface="Courier New" panose="02070309020205020404" pitchFamily="49" charset="0"/>
              </a:rPr>
              <a:t>db.commit</a:t>
            </a:r>
            <a:r>
              <a:rPr lang="en-US"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6451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DELETE</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5379;p57"/>
          <p:cNvGrpSpPr/>
          <p:nvPr/>
        </p:nvGrpSpPr>
        <p:grpSpPr>
          <a:xfrm>
            <a:off x="704221" y="1157795"/>
            <a:ext cx="7163785" cy="2410698"/>
            <a:chOff x="238125" y="1188750"/>
            <a:chExt cx="7140450" cy="4148611"/>
          </a:xfrm>
        </p:grpSpPr>
        <p:sp>
          <p:nvSpPr>
            <p:cNvPr id="42" name="Google Shape;5381;p57"/>
            <p:cNvSpPr/>
            <p:nvPr/>
          </p:nvSpPr>
          <p:spPr>
            <a:xfrm>
              <a:off x="238125" y="2940300"/>
              <a:ext cx="3507025" cy="2397061"/>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382;p57"/>
            <p:cNvSpPr/>
            <p:nvPr/>
          </p:nvSpPr>
          <p:spPr>
            <a:xfrm>
              <a:off x="3871550" y="1188750"/>
              <a:ext cx="3507025" cy="2421532"/>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384;p57"/>
            <p:cNvSpPr/>
            <p:nvPr/>
          </p:nvSpPr>
          <p:spPr>
            <a:xfrm>
              <a:off x="2842425" y="2279313"/>
              <a:ext cx="1843850" cy="1970704"/>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chemeClr val="accent6">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p:cNvSpPr/>
          <p:nvPr/>
        </p:nvSpPr>
        <p:spPr>
          <a:xfrm>
            <a:off x="5070120" y="1374520"/>
            <a:ext cx="2710131" cy="738664"/>
          </a:xfrm>
          <a:prstGeom prst="rect">
            <a:avLst/>
          </a:prstGeom>
        </p:spPr>
        <p:txBody>
          <a:bodyPr wrap="square">
            <a:spAutoFit/>
          </a:bodyPr>
          <a:lstStyle/>
          <a:p>
            <a:pPr algn="r"/>
            <a:r>
              <a:rPr lang="en-US" dirty="0">
                <a:latin typeface="Gill Sans MT" panose="020B0502020104020203" pitchFamily="34" charset="0"/>
              </a:rPr>
              <a:t>Just like we can insert entries into table, we can delete certain entries.</a:t>
            </a:r>
            <a:endParaRPr lang="en-US" dirty="0">
              <a:latin typeface="Gill Sans MT" panose="020B0502020104020203" pitchFamily="34" charset="0"/>
            </a:endParaRPr>
          </a:p>
        </p:txBody>
      </p:sp>
      <p:sp>
        <p:nvSpPr>
          <p:cNvPr id="5" name="Rectangle 4"/>
          <p:cNvSpPr/>
          <p:nvPr/>
        </p:nvSpPr>
        <p:spPr>
          <a:xfrm>
            <a:off x="740771" y="2564912"/>
            <a:ext cx="3096938" cy="738664"/>
          </a:xfrm>
          <a:prstGeom prst="rect">
            <a:avLst/>
          </a:prstGeom>
        </p:spPr>
        <p:txBody>
          <a:bodyPr wrap="square">
            <a:spAutoFit/>
          </a:bodyPr>
          <a:lstStyle/>
          <a:p>
            <a:r>
              <a:rPr lang="en-US" dirty="0">
                <a:latin typeface="Gill Sans MT" panose="020B0502020104020203" pitchFamily="34" charset="0"/>
              </a:rPr>
              <a:t>We must specify the table and the condition on the rows we want to delete</a:t>
            </a:r>
            <a:endParaRPr lang="en-US" dirty="0">
              <a:latin typeface="Gill Sans MT" panose="020B0502020104020203" pitchFamily="34" charset="0"/>
            </a:endParaRPr>
          </a:p>
        </p:txBody>
      </p:sp>
      <p:sp>
        <p:nvSpPr>
          <p:cNvPr id="46" name="Rectangle 45"/>
          <p:cNvSpPr/>
          <p:nvPr/>
        </p:nvSpPr>
        <p:spPr>
          <a:xfrm>
            <a:off x="3436393" y="2098279"/>
            <a:ext cx="1645727" cy="461665"/>
          </a:xfrm>
          <a:prstGeom prst="rect">
            <a:avLst/>
          </a:prstGeom>
        </p:spPr>
        <p:txBody>
          <a:bodyPr wrap="square">
            <a:spAutoFit/>
          </a:bodyPr>
          <a:lstStyle/>
          <a:p>
            <a:pPr algn="ctr"/>
            <a:r>
              <a:rPr lang="en" sz="2400" b="1" dirty="0" smtClean="0"/>
              <a:t>DELETE</a:t>
            </a:r>
            <a:endParaRPr lang="en-US" sz="2400" b="1" dirty="0"/>
          </a:p>
        </p:txBody>
      </p:sp>
      <p:sp>
        <p:nvSpPr>
          <p:cNvPr id="2" name="Rectangle 1"/>
          <p:cNvSpPr/>
          <p:nvPr/>
        </p:nvSpPr>
        <p:spPr>
          <a:xfrm>
            <a:off x="611205" y="3798694"/>
            <a:ext cx="2557110" cy="307777"/>
          </a:xfrm>
          <a:prstGeom prst="rect">
            <a:avLst/>
          </a:prstGeom>
        </p:spPr>
        <p:txBody>
          <a:bodyPr wrap="none">
            <a:spAutoFit/>
          </a:bodyPr>
          <a:lstStyle/>
          <a:p>
            <a:r>
              <a:rPr lang="en-US" dirty="0">
                <a:latin typeface="Gill Sans MT" panose="020B0502020104020203" pitchFamily="34" charset="0"/>
              </a:rPr>
              <a:t>The command will look like this:</a:t>
            </a:r>
            <a:endParaRPr lang="en-US" dirty="0">
              <a:latin typeface="Gill Sans MT" panose="020B0502020104020203" pitchFamily="34" charset="0"/>
            </a:endParaRPr>
          </a:p>
        </p:txBody>
      </p:sp>
      <p:sp>
        <p:nvSpPr>
          <p:cNvPr id="3" name="Rectangle 2"/>
          <p:cNvSpPr/>
          <p:nvPr/>
        </p:nvSpPr>
        <p:spPr>
          <a:xfrm>
            <a:off x="590312" y="4106471"/>
            <a:ext cx="6999423" cy="523220"/>
          </a:xfrm>
          <a:prstGeom prst="rect">
            <a:avLst/>
          </a:prstGeom>
          <a:ln>
            <a:solidFill>
              <a:schemeClr val="accent1">
                <a:lumMod val="75000"/>
              </a:schemeClr>
            </a:solidFill>
          </a:ln>
        </p:spPr>
        <p:txBody>
          <a:bodyPr wrap="square">
            <a:spAutoFit/>
          </a:bodyPr>
          <a:lstStyle/>
          <a:p>
            <a:r>
              <a:rPr lang="en-US" dirty="0" err="1">
                <a:latin typeface="Gill Sans MT" panose="020B0502020104020203" pitchFamily="34" charset="0"/>
              </a:rPr>
              <a:t>cursor.execute</a:t>
            </a:r>
            <a:r>
              <a:rPr lang="en-US" dirty="0">
                <a:latin typeface="Gill Sans MT" panose="020B0502020104020203" pitchFamily="34" charset="0"/>
              </a:rPr>
              <a:t>(‘‘‘DELETE FROM table1 WHERE </a:t>
            </a:r>
            <a:r>
              <a:rPr lang="en-US" dirty="0" err="1">
                <a:latin typeface="Gill Sans MT" panose="020B0502020104020203" pitchFamily="34" charset="0"/>
              </a:rPr>
              <a:t>att_x</a:t>
            </a:r>
            <a:r>
              <a:rPr lang="en-US" dirty="0">
                <a:latin typeface="Gill Sans MT" panose="020B0502020104020203" pitchFamily="34" charset="0"/>
              </a:rPr>
              <a:t> = y’’’)</a:t>
            </a:r>
          </a:p>
          <a:p>
            <a:r>
              <a:rPr lang="en-US" dirty="0" err="1">
                <a:latin typeface="Gill Sans MT" panose="020B0502020104020203" pitchFamily="34" charset="0"/>
              </a:rPr>
              <a:t>db.commit</a:t>
            </a:r>
            <a:r>
              <a:rPr lang="en-US" dirty="0">
                <a:latin typeface="Gill Sans MT" panose="020B0502020104020203" pitchFamily="34" charset="0"/>
              </a:rPr>
              <a:t>()</a:t>
            </a:r>
            <a:endParaRPr lang="en-US" dirty="0">
              <a:latin typeface="Gill Sans MT" panose="020B0502020104020203" pitchFamily="34" charset="0"/>
            </a:endParaRPr>
          </a:p>
        </p:txBody>
      </p:sp>
    </p:spTree>
    <p:extLst>
      <p:ext uri="{BB962C8B-B14F-4D97-AF65-F5344CB8AC3E}">
        <p14:creationId xmlns:p14="http://schemas.microsoft.com/office/powerpoint/2010/main" val="296362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Primary and Foreign keys</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extBox 5"/>
          <p:cNvSpPr txBox="1"/>
          <p:nvPr/>
        </p:nvSpPr>
        <p:spPr>
          <a:xfrm>
            <a:off x="877824" y="1414272"/>
            <a:ext cx="2865120" cy="1046440"/>
          </a:xfrm>
          <a:prstGeom prst="rect">
            <a:avLst/>
          </a:prstGeom>
          <a:solidFill>
            <a:schemeClr val="accent1">
              <a:lumMod val="75000"/>
            </a:schemeClr>
          </a:solidFill>
        </p:spPr>
        <p:txBody>
          <a:bodyPr wrap="square" rtlCol="0">
            <a:spAutoFit/>
          </a:bodyPr>
          <a:lstStyle/>
          <a:p>
            <a:pPr algn="ctr"/>
            <a:r>
              <a:rPr lang="en-US" sz="1600" dirty="0">
                <a:latin typeface="Gill Sans MT" panose="020B0502020104020203" pitchFamily="34" charset="0"/>
              </a:rPr>
              <a:t>A </a:t>
            </a:r>
            <a:r>
              <a:rPr lang="en-US" sz="1600" b="1" dirty="0">
                <a:latin typeface="Gill Sans MT" panose="020B0502020104020203" pitchFamily="34" charset="0"/>
              </a:rPr>
              <a:t>primary key </a:t>
            </a:r>
            <a:r>
              <a:rPr lang="en-US" sz="1600" dirty="0">
                <a:latin typeface="Gill Sans MT" panose="020B0502020104020203" pitchFamily="34" charset="0"/>
              </a:rPr>
              <a:t>is an attribute or a set of attributes in a table that makes an entry unique. </a:t>
            </a:r>
          </a:p>
          <a:p>
            <a:endParaRPr lang="en-US" dirty="0"/>
          </a:p>
        </p:txBody>
      </p:sp>
      <p:sp>
        <p:nvSpPr>
          <p:cNvPr id="47" name="TextBox 46"/>
          <p:cNvSpPr txBox="1"/>
          <p:nvPr/>
        </p:nvSpPr>
        <p:spPr>
          <a:xfrm>
            <a:off x="5350395" y="1397870"/>
            <a:ext cx="2865120" cy="1046440"/>
          </a:xfrm>
          <a:prstGeom prst="rect">
            <a:avLst/>
          </a:prstGeom>
          <a:solidFill>
            <a:schemeClr val="accent1">
              <a:lumMod val="75000"/>
            </a:schemeClr>
          </a:solidFill>
        </p:spPr>
        <p:txBody>
          <a:bodyPr wrap="square" rtlCol="0">
            <a:spAutoFit/>
          </a:bodyPr>
          <a:lstStyle/>
          <a:p>
            <a:pPr algn="ctr"/>
            <a:r>
              <a:rPr lang="en-US" sz="1600" dirty="0">
                <a:latin typeface="Gill Sans MT" panose="020B0502020104020203" pitchFamily="34" charset="0"/>
              </a:rPr>
              <a:t>A </a:t>
            </a:r>
            <a:r>
              <a:rPr lang="en-US" sz="1600" b="1" dirty="0">
                <a:latin typeface="Gill Sans MT" panose="020B0502020104020203" pitchFamily="34" charset="0"/>
              </a:rPr>
              <a:t>foreign key </a:t>
            </a:r>
            <a:r>
              <a:rPr lang="en-US" sz="1600" dirty="0">
                <a:latin typeface="Gill Sans MT" panose="020B0502020104020203" pitchFamily="34" charset="0"/>
              </a:rPr>
              <a:t>is an attribute in a table that references a primary key in another table.</a:t>
            </a:r>
          </a:p>
          <a:p>
            <a:endParaRPr lang="en-US" dirty="0"/>
          </a:p>
        </p:txBody>
      </p:sp>
      <p:sp>
        <p:nvSpPr>
          <p:cNvPr id="41" name="Rectangle 40"/>
          <p:cNvSpPr/>
          <p:nvPr/>
        </p:nvSpPr>
        <p:spPr>
          <a:xfrm>
            <a:off x="1333281" y="2739128"/>
            <a:ext cx="6925056" cy="738664"/>
          </a:xfrm>
          <a:prstGeom prst="rect">
            <a:avLst/>
          </a:prstGeom>
        </p:spPr>
        <p:txBody>
          <a:bodyPr wrap="square">
            <a:spAutoFit/>
          </a:bodyPr>
          <a:lstStyle/>
          <a:p>
            <a:r>
              <a:rPr lang="en-US" dirty="0">
                <a:latin typeface="Gill Sans MT" panose="020B0502020104020203" pitchFamily="34" charset="0"/>
              </a:rPr>
              <a:t>When we specify a </a:t>
            </a:r>
            <a:r>
              <a:rPr lang="en-US" dirty="0">
                <a:solidFill>
                  <a:schemeClr val="accent1">
                    <a:lumMod val="75000"/>
                  </a:schemeClr>
                </a:solidFill>
                <a:latin typeface="Gill Sans MT" panose="020B0502020104020203" pitchFamily="34" charset="0"/>
              </a:rPr>
              <a:t>primary</a:t>
            </a:r>
            <a:r>
              <a:rPr lang="en-US" dirty="0">
                <a:latin typeface="Gill Sans MT" panose="020B0502020104020203" pitchFamily="34" charset="0"/>
              </a:rPr>
              <a:t> and </a:t>
            </a:r>
            <a:r>
              <a:rPr lang="en-US" dirty="0">
                <a:solidFill>
                  <a:schemeClr val="accent1">
                    <a:lumMod val="75000"/>
                  </a:schemeClr>
                </a:solidFill>
                <a:latin typeface="Gill Sans MT" panose="020B0502020104020203" pitchFamily="34" charset="0"/>
              </a:rPr>
              <a:t>foreign</a:t>
            </a:r>
            <a:r>
              <a:rPr lang="en-US" dirty="0">
                <a:latin typeface="Gill Sans MT" panose="020B0502020104020203" pitchFamily="34" charset="0"/>
              </a:rPr>
              <a:t> key when creating the tables, they will </a:t>
            </a:r>
            <a:r>
              <a:rPr lang="en-US" dirty="0" smtClean="0">
                <a:solidFill>
                  <a:schemeClr val="tx2">
                    <a:lumMod val="75000"/>
                  </a:schemeClr>
                </a:solidFill>
                <a:latin typeface="Gill Sans MT" panose="020B0502020104020203" pitchFamily="34" charset="0"/>
              </a:rPr>
              <a:t>enforce:</a:t>
            </a:r>
          </a:p>
          <a:p>
            <a:pPr marL="285750" indent="-285750">
              <a:buFont typeface="Wingdings" panose="05000000000000000000" pitchFamily="2" charset="2"/>
              <a:buChar char="ü"/>
            </a:pPr>
            <a:r>
              <a:rPr lang="en-US" dirty="0" smtClean="0">
                <a:latin typeface="Gill Sans MT" panose="020B0502020104020203" pitchFamily="34" charset="0"/>
              </a:rPr>
              <a:t>uniqueness constraint</a:t>
            </a:r>
          </a:p>
          <a:p>
            <a:pPr marL="285750" indent="-285750">
              <a:buFont typeface="Wingdings" panose="05000000000000000000" pitchFamily="2" charset="2"/>
              <a:buChar char="ü"/>
            </a:pPr>
            <a:r>
              <a:rPr lang="en-US" dirty="0" smtClean="0">
                <a:latin typeface="Gill Sans MT" panose="020B0502020104020203" pitchFamily="34" charset="0"/>
              </a:rPr>
              <a:t>referential constraint</a:t>
            </a:r>
          </a:p>
        </p:txBody>
      </p:sp>
      <p:sp>
        <p:nvSpPr>
          <p:cNvPr id="44" name="Rectangle 43"/>
          <p:cNvSpPr/>
          <p:nvPr/>
        </p:nvSpPr>
        <p:spPr>
          <a:xfrm>
            <a:off x="1333280" y="3511000"/>
            <a:ext cx="6799961" cy="307777"/>
          </a:xfrm>
          <a:prstGeom prst="rect">
            <a:avLst/>
          </a:prstGeom>
        </p:spPr>
        <p:txBody>
          <a:bodyPr wrap="square">
            <a:spAutoFit/>
          </a:bodyPr>
          <a:lstStyle/>
          <a:p>
            <a:r>
              <a:rPr lang="en-US" dirty="0">
                <a:latin typeface="Gill Sans MT" panose="020B0502020104020203" pitchFamily="34" charset="0"/>
              </a:rPr>
              <a:t>This how you specify a primary key and a foreign key when creating a table:</a:t>
            </a:r>
            <a:endParaRPr lang="en-US" dirty="0">
              <a:latin typeface="Gill Sans MT" panose="020B0502020104020203" pitchFamily="34" charset="0"/>
            </a:endParaRPr>
          </a:p>
        </p:txBody>
      </p:sp>
      <p:sp>
        <p:nvSpPr>
          <p:cNvPr id="48" name="Rectangle 47"/>
          <p:cNvSpPr/>
          <p:nvPr/>
        </p:nvSpPr>
        <p:spPr>
          <a:xfrm>
            <a:off x="2210955" y="3812783"/>
            <a:ext cx="4572000" cy="738664"/>
          </a:xfrm>
          <a:prstGeom prst="rect">
            <a:avLst/>
          </a:prstGeom>
          <a:ln>
            <a:solidFill>
              <a:schemeClr val="tx2">
                <a:lumMod val="75000"/>
              </a:schemeClr>
            </a:solidFill>
          </a:ln>
        </p:spPr>
        <p:txBody>
          <a:bodyPr>
            <a:spAutoFit/>
          </a:bodyPr>
          <a:lstStyle/>
          <a:p>
            <a:r>
              <a:rPr lang="en-US" dirty="0" err="1">
                <a:latin typeface="Gill Sans MT" panose="020B0502020104020203" pitchFamily="34" charset="0"/>
              </a:rPr>
              <a:t>cursor.execute</a:t>
            </a:r>
            <a:r>
              <a:rPr lang="en-US" dirty="0">
                <a:latin typeface="Gill Sans MT" panose="020B0502020104020203" pitchFamily="34" charset="0"/>
              </a:rPr>
              <a:t>(‘‘‘CREATE TABLE </a:t>
            </a:r>
            <a:r>
              <a:rPr lang="en-US" dirty="0" err="1">
                <a:latin typeface="Gill Sans MT" panose="020B0502020104020203" pitchFamily="34" charset="0"/>
              </a:rPr>
              <a:t>table_name</a:t>
            </a:r>
            <a:r>
              <a:rPr lang="en-US" dirty="0">
                <a:latin typeface="Gill Sans MT" panose="020B0502020104020203" pitchFamily="34" charset="0"/>
              </a:rPr>
              <a:t> (</a:t>
            </a:r>
            <a:r>
              <a:rPr lang="en-US" dirty="0" err="1">
                <a:latin typeface="Gill Sans MT" panose="020B0502020104020203" pitchFamily="34" charset="0"/>
              </a:rPr>
              <a:t>att_x</a:t>
            </a:r>
            <a:r>
              <a:rPr lang="en-US" dirty="0">
                <a:latin typeface="Gill Sans MT" panose="020B0502020104020203" pitchFamily="34" charset="0"/>
              </a:rPr>
              <a:t> </a:t>
            </a:r>
            <a:r>
              <a:rPr lang="en-US" dirty="0" err="1">
                <a:latin typeface="Gill Sans MT" panose="020B0502020104020203" pitchFamily="34" charset="0"/>
              </a:rPr>
              <a:t>int</a:t>
            </a:r>
            <a:r>
              <a:rPr lang="en-US" dirty="0">
                <a:latin typeface="Gill Sans MT" panose="020B0502020104020203" pitchFamily="34" charset="0"/>
              </a:rPr>
              <a:t> </a:t>
            </a:r>
            <a:r>
              <a:rPr lang="en-US" b="1" dirty="0">
                <a:latin typeface="Gill Sans MT" panose="020B0502020104020203" pitchFamily="34" charset="0"/>
              </a:rPr>
              <a:t>primary key</a:t>
            </a:r>
            <a:r>
              <a:rPr lang="en-US" dirty="0">
                <a:latin typeface="Gill Sans MT" panose="020B0502020104020203" pitchFamily="34" charset="0"/>
              </a:rPr>
              <a:t>, att_x2 text, </a:t>
            </a:r>
            <a:r>
              <a:rPr lang="en-US" b="1" dirty="0">
                <a:latin typeface="Gill Sans MT" panose="020B0502020104020203" pitchFamily="34" charset="0"/>
              </a:rPr>
              <a:t>foreign key</a:t>
            </a:r>
            <a:r>
              <a:rPr lang="en-US" dirty="0">
                <a:latin typeface="Gill Sans MT" panose="020B0502020104020203" pitchFamily="34" charset="0"/>
              </a:rPr>
              <a:t>(att_x2) </a:t>
            </a:r>
            <a:r>
              <a:rPr lang="en-US" b="1" dirty="0">
                <a:latin typeface="Gill Sans MT" panose="020B0502020104020203" pitchFamily="34" charset="0"/>
              </a:rPr>
              <a:t>REFERENCES</a:t>
            </a:r>
            <a:r>
              <a:rPr lang="en-US" dirty="0">
                <a:latin typeface="Gill Sans MT" panose="020B0502020104020203" pitchFamily="34" charset="0"/>
              </a:rPr>
              <a:t> table2(</a:t>
            </a:r>
            <a:r>
              <a:rPr lang="en-US" dirty="0" err="1">
                <a:latin typeface="Gill Sans MT" panose="020B0502020104020203" pitchFamily="34" charset="0"/>
              </a:rPr>
              <a:t>att_y</a:t>
            </a:r>
            <a:r>
              <a:rPr lang="en-US" dirty="0">
                <a:latin typeface="Gill Sans MT" panose="020B0502020104020203" pitchFamily="34" charset="0"/>
              </a:rPr>
              <a:t>)’’’)</a:t>
            </a:r>
            <a:endParaRPr lang="en-US" dirty="0">
              <a:latin typeface="Gill Sans MT" panose="020B0502020104020203" pitchFamily="34" charset="0"/>
            </a:endParaRPr>
          </a:p>
        </p:txBody>
      </p:sp>
      <p:sp>
        <p:nvSpPr>
          <p:cNvPr id="50" name="Google Shape;7236;p62"/>
          <p:cNvSpPr/>
          <p:nvPr/>
        </p:nvSpPr>
        <p:spPr>
          <a:xfrm>
            <a:off x="4037184" y="1397870"/>
            <a:ext cx="1069631" cy="922066"/>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446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7" grpId="0" animBg="1"/>
      <p:bldP spid="41" grpId="0"/>
      <p:bldP spid="44" grpId="0"/>
      <p:bldP spid="4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Primary and Foreign keys</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extBox 5"/>
          <p:cNvSpPr txBox="1"/>
          <p:nvPr/>
        </p:nvSpPr>
        <p:spPr>
          <a:xfrm>
            <a:off x="877824" y="1414272"/>
            <a:ext cx="2865120" cy="1046440"/>
          </a:xfrm>
          <a:prstGeom prst="rect">
            <a:avLst/>
          </a:prstGeom>
          <a:solidFill>
            <a:schemeClr val="accent1">
              <a:lumMod val="75000"/>
            </a:schemeClr>
          </a:solidFill>
        </p:spPr>
        <p:txBody>
          <a:bodyPr wrap="square" rtlCol="0">
            <a:spAutoFit/>
          </a:bodyPr>
          <a:lstStyle/>
          <a:p>
            <a:pPr algn="ctr"/>
            <a:r>
              <a:rPr lang="en-US" sz="1600" dirty="0">
                <a:latin typeface="Gill Sans MT" panose="020B0502020104020203" pitchFamily="34" charset="0"/>
              </a:rPr>
              <a:t>A </a:t>
            </a:r>
            <a:r>
              <a:rPr lang="en-US" sz="1600" b="1" dirty="0">
                <a:latin typeface="Gill Sans MT" panose="020B0502020104020203" pitchFamily="34" charset="0"/>
              </a:rPr>
              <a:t>primary key </a:t>
            </a:r>
            <a:r>
              <a:rPr lang="en-US" sz="1600" dirty="0">
                <a:latin typeface="Gill Sans MT" panose="020B0502020104020203" pitchFamily="34" charset="0"/>
              </a:rPr>
              <a:t>is an attribute or a set of attributes in a table that makes an entry unique. </a:t>
            </a:r>
          </a:p>
          <a:p>
            <a:endParaRPr lang="en-US" dirty="0"/>
          </a:p>
        </p:txBody>
      </p:sp>
      <p:sp>
        <p:nvSpPr>
          <p:cNvPr id="47" name="TextBox 46"/>
          <p:cNvSpPr txBox="1"/>
          <p:nvPr/>
        </p:nvSpPr>
        <p:spPr>
          <a:xfrm>
            <a:off x="5350395" y="1397870"/>
            <a:ext cx="2865120" cy="1046440"/>
          </a:xfrm>
          <a:prstGeom prst="rect">
            <a:avLst/>
          </a:prstGeom>
          <a:solidFill>
            <a:schemeClr val="accent1">
              <a:lumMod val="75000"/>
            </a:schemeClr>
          </a:solidFill>
        </p:spPr>
        <p:txBody>
          <a:bodyPr wrap="square" rtlCol="0">
            <a:spAutoFit/>
          </a:bodyPr>
          <a:lstStyle/>
          <a:p>
            <a:pPr algn="ctr"/>
            <a:r>
              <a:rPr lang="en-US" sz="1600" dirty="0">
                <a:latin typeface="Gill Sans MT" panose="020B0502020104020203" pitchFamily="34" charset="0"/>
              </a:rPr>
              <a:t>A </a:t>
            </a:r>
            <a:r>
              <a:rPr lang="en-US" sz="1600" b="1" dirty="0">
                <a:latin typeface="Gill Sans MT" panose="020B0502020104020203" pitchFamily="34" charset="0"/>
              </a:rPr>
              <a:t>foreign key </a:t>
            </a:r>
            <a:r>
              <a:rPr lang="en-US" sz="1600" dirty="0">
                <a:latin typeface="Gill Sans MT" panose="020B0502020104020203" pitchFamily="34" charset="0"/>
              </a:rPr>
              <a:t>is an attribute in a table that references a primary key in another table.</a:t>
            </a:r>
          </a:p>
          <a:p>
            <a:endParaRPr lang="en-US" dirty="0"/>
          </a:p>
        </p:txBody>
      </p:sp>
      <p:sp>
        <p:nvSpPr>
          <p:cNvPr id="50" name="Google Shape;7236;p62"/>
          <p:cNvSpPr/>
          <p:nvPr/>
        </p:nvSpPr>
        <p:spPr>
          <a:xfrm>
            <a:off x="4037184" y="1397870"/>
            <a:ext cx="1069631" cy="922066"/>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70" name="Picture 2" descr="SQL — Primary key Vs Foreign Key. As we know that relationship between… |  by Ryan Arjun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842" y="2700081"/>
            <a:ext cx="5879913" cy="2077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0819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Primary and Foreign keys</a:t>
            </a:r>
            <a:endParaRPr dirty="0"/>
          </a:p>
        </p:txBody>
      </p:sp>
      <p:grpSp>
        <p:nvGrpSpPr>
          <p:cNvPr id="7" name="Google Shape;5135;p57"/>
          <p:cNvGrpSpPr/>
          <p:nvPr/>
        </p:nvGrpSpPr>
        <p:grpSpPr>
          <a:xfrm>
            <a:off x="7290144" y="68814"/>
            <a:ext cx="1133856" cy="1158240"/>
            <a:chOff x="5985650" y="2860025"/>
            <a:chExt cx="1396075" cy="1539775"/>
          </a:xfrm>
        </p:grpSpPr>
        <p:sp>
          <p:nvSpPr>
            <p:cNvPr id="8" name="Google Shape;5136;p57"/>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37;p57"/>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chemeClr val="accent3">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38;p57"/>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39;p57"/>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40;p57"/>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41;p57"/>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142;p57"/>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143;p57"/>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44;p57"/>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45;p57"/>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146;p57"/>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147;p57"/>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148;p57"/>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149;p57"/>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150;p57"/>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51;p57"/>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52;p57"/>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53;p57"/>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54;p57"/>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55;p57"/>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56;p57"/>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57;p57"/>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58;p57"/>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59;p57"/>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60;p57"/>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61;p57"/>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62;p57"/>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63;p57"/>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164;p57"/>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165;p57"/>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166;p57"/>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167;p57"/>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p:cNvSpPr/>
          <p:nvPr/>
        </p:nvSpPr>
        <p:spPr>
          <a:xfrm>
            <a:off x="752628" y="1227054"/>
            <a:ext cx="6858000" cy="307777"/>
          </a:xfrm>
          <a:prstGeom prst="rect">
            <a:avLst/>
          </a:prstGeom>
        </p:spPr>
        <p:txBody>
          <a:bodyPr wrap="square">
            <a:spAutoFit/>
          </a:bodyPr>
          <a:lstStyle/>
          <a:p>
            <a:r>
              <a:rPr lang="en-US" dirty="0" smtClean="0">
                <a:latin typeface="Gill Sans MT" panose="020B0502020104020203" pitchFamily="34" charset="0"/>
              </a:rPr>
              <a:t>If the </a:t>
            </a:r>
            <a:r>
              <a:rPr lang="en-US" b="1" dirty="0" smtClean="0">
                <a:solidFill>
                  <a:schemeClr val="tx2">
                    <a:lumMod val="75000"/>
                  </a:schemeClr>
                </a:solidFill>
                <a:latin typeface="Gill Sans MT" panose="020B0502020104020203" pitchFamily="34" charset="0"/>
              </a:rPr>
              <a:t>primary key </a:t>
            </a:r>
            <a:r>
              <a:rPr lang="en-US" dirty="0" smtClean="0">
                <a:latin typeface="Gill Sans MT" panose="020B0502020104020203" pitchFamily="34" charset="0"/>
              </a:rPr>
              <a:t>consists of </a:t>
            </a:r>
            <a:r>
              <a:rPr lang="en-US" b="1" dirty="0" smtClean="0">
                <a:solidFill>
                  <a:schemeClr val="tx2">
                    <a:lumMod val="75000"/>
                  </a:schemeClr>
                </a:solidFill>
                <a:latin typeface="Gill Sans MT" panose="020B0502020104020203" pitchFamily="34" charset="0"/>
              </a:rPr>
              <a:t>multiple</a:t>
            </a:r>
            <a:r>
              <a:rPr lang="en-US" dirty="0" smtClean="0">
                <a:latin typeface="Gill Sans MT" panose="020B0502020104020203" pitchFamily="34" charset="0"/>
              </a:rPr>
              <a:t> attributes, here is how we define it:</a:t>
            </a:r>
            <a:endParaRPr lang="en-US" dirty="0">
              <a:latin typeface="Gill Sans MT" panose="020B0502020104020203" pitchFamily="34" charset="0"/>
            </a:endParaRPr>
          </a:p>
        </p:txBody>
      </p:sp>
      <p:sp>
        <p:nvSpPr>
          <p:cNvPr id="3" name="Rectangle 2"/>
          <p:cNvSpPr/>
          <p:nvPr/>
        </p:nvSpPr>
        <p:spPr>
          <a:xfrm>
            <a:off x="752628" y="1658833"/>
            <a:ext cx="8046720" cy="553998"/>
          </a:xfrm>
          <a:prstGeom prst="rect">
            <a:avLst/>
          </a:prstGeom>
          <a:ln>
            <a:solidFill>
              <a:schemeClr val="tx2">
                <a:lumMod val="75000"/>
              </a:schemeClr>
            </a:solidFill>
          </a:ln>
        </p:spPr>
        <p:txBody>
          <a:bodyPr wrap="square">
            <a:spAutoFit/>
          </a:bodyPr>
          <a:lstStyle/>
          <a:p>
            <a:r>
              <a:rPr lang="en-US" b="1" smtClean="0">
                <a:latin typeface="Courier New" panose="02070309020205020404" pitchFamily="49" charset="0"/>
                <a:cs typeface="Courier New" panose="02070309020205020404" pitchFamily="49" charset="0"/>
              </a:rPr>
              <a:t>cursor.execute(‘‘‘CREATE TABLE table_name (att_x int, att_x2, att_x3 text, </a:t>
            </a:r>
            <a:r>
              <a:rPr lang="en-US" sz="1600" b="1" smtClean="0">
                <a:latin typeface="Courier New" panose="02070309020205020404" pitchFamily="49" charset="0"/>
                <a:cs typeface="Courier New" panose="02070309020205020404" pitchFamily="49" charset="0"/>
              </a:rPr>
              <a:t>primary key</a:t>
            </a:r>
            <a:r>
              <a:rPr lang="en-US" b="1" smtClean="0">
                <a:latin typeface="Courier New" panose="02070309020205020404" pitchFamily="49" charset="0"/>
                <a:cs typeface="Courier New" panose="02070309020205020404" pitchFamily="49" charset="0"/>
              </a:rPr>
              <a:t>(att_x, att_x2)’’’)</a:t>
            </a:r>
            <a:endParaRPr lang="en-US" b="1" dirty="0">
              <a:latin typeface="Courier New" panose="02070309020205020404" pitchFamily="49" charset="0"/>
              <a:cs typeface="Courier New" panose="02070309020205020404" pitchFamily="49" charset="0"/>
            </a:endParaRPr>
          </a:p>
        </p:txBody>
      </p:sp>
      <p:sp>
        <p:nvSpPr>
          <p:cNvPr id="4" name="Rectangle 3"/>
          <p:cNvSpPr/>
          <p:nvPr/>
        </p:nvSpPr>
        <p:spPr>
          <a:xfrm>
            <a:off x="752628" y="2310140"/>
            <a:ext cx="8391372" cy="307777"/>
          </a:xfrm>
          <a:prstGeom prst="rect">
            <a:avLst/>
          </a:prstGeom>
        </p:spPr>
        <p:txBody>
          <a:bodyPr wrap="square">
            <a:spAutoFit/>
          </a:bodyPr>
          <a:lstStyle/>
          <a:p>
            <a:r>
              <a:rPr lang="en-US" dirty="0">
                <a:latin typeface="Gill Sans MT" panose="020B0502020104020203" pitchFamily="34" charset="0"/>
              </a:rPr>
              <a:t>If </a:t>
            </a:r>
            <a:r>
              <a:rPr lang="en-US" dirty="0" smtClean="0">
                <a:latin typeface="Gill Sans MT" panose="020B0502020104020203" pitchFamily="34" charset="0"/>
              </a:rPr>
              <a:t>we </a:t>
            </a:r>
            <a:r>
              <a:rPr lang="en-US" dirty="0">
                <a:latin typeface="Gill Sans MT" panose="020B0502020104020203" pitchFamily="34" charset="0"/>
              </a:rPr>
              <a:t>want to use </a:t>
            </a:r>
            <a:r>
              <a:rPr lang="en-US" b="1" dirty="0">
                <a:solidFill>
                  <a:schemeClr val="accent1">
                    <a:lumMod val="75000"/>
                  </a:schemeClr>
                </a:solidFill>
                <a:latin typeface="Gill Sans MT" panose="020B0502020104020203" pitchFamily="34" charset="0"/>
              </a:rPr>
              <a:t>foreign keys</a:t>
            </a:r>
            <a:r>
              <a:rPr lang="en-US" dirty="0">
                <a:latin typeface="Gill Sans MT" panose="020B0502020104020203" pitchFamily="34" charset="0"/>
              </a:rPr>
              <a:t>, </a:t>
            </a:r>
            <a:r>
              <a:rPr lang="en-US" dirty="0" smtClean="0">
                <a:latin typeface="Gill Sans MT" panose="020B0502020104020203" pitchFamily="34" charset="0"/>
              </a:rPr>
              <a:t>we </a:t>
            </a:r>
            <a:r>
              <a:rPr lang="en-US" dirty="0">
                <a:latin typeface="Gill Sans MT" panose="020B0502020104020203" pitchFamily="34" charset="0"/>
              </a:rPr>
              <a:t>need to tell sqlite3 to enforce them, this is done in the following way:</a:t>
            </a:r>
            <a:endParaRPr lang="en-US" dirty="0">
              <a:latin typeface="Gill Sans MT" panose="020B0502020104020203" pitchFamily="34" charset="0"/>
            </a:endParaRPr>
          </a:p>
        </p:txBody>
      </p:sp>
      <p:sp>
        <p:nvSpPr>
          <p:cNvPr id="5" name="Rectangle 4"/>
          <p:cNvSpPr/>
          <p:nvPr/>
        </p:nvSpPr>
        <p:spPr>
          <a:xfrm>
            <a:off x="752628" y="2715226"/>
            <a:ext cx="8046720" cy="1877437"/>
          </a:xfrm>
          <a:prstGeom prst="rect">
            <a:avLst/>
          </a:prstGeom>
          <a:ln>
            <a:solidFill>
              <a:schemeClr val="accent1">
                <a:lumMod val="75000"/>
              </a:schemeClr>
            </a:solidFill>
          </a:ln>
        </p:spPr>
        <p:txBody>
          <a:bodyPr wrap="square">
            <a:spAutoFit/>
          </a:bodyPr>
          <a:lstStyle/>
          <a:p>
            <a:pPr marL="0" indent="0">
              <a:buNone/>
            </a:pPr>
            <a:r>
              <a:rPr lang="en-US" b="1" dirty="0">
                <a:latin typeface="Courier New" panose="02070309020205020404" pitchFamily="49" charset="0"/>
                <a:cs typeface="Courier New" panose="02070309020205020404" pitchFamily="49" charset="0"/>
              </a:rPr>
              <a:t>import sqlite3</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b="1" dirty="0" err="1">
                <a:latin typeface="Courier New" panose="02070309020205020404" pitchFamily="49" charset="0"/>
                <a:cs typeface="Courier New" panose="02070309020205020404" pitchFamily="49" charset="0"/>
              </a:rPr>
              <a:t>db</a:t>
            </a:r>
            <a:r>
              <a:rPr lang="en-US" b="1" dirty="0">
                <a:latin typeface="Courier New" panose="02070309020205020404" pitchFamily="49" charset="0"/>
                <a:cs typeface="Courier New" panose="02070309020205020404" pitchFamily="49" charset="0"/>
              </a:rPr>
              <a:t> = sqlite3.connect(</a:t>
            </a:r>
            <a:r>
              <a:rPr lang="en-US" b="1" dirty="0" err="1">
                <a:latin typeface="Courier New" panose="02070309020205020404" pitchFamily="49" charset="0"/>
                <a:cs typeface="Courier New" panose="02070309020205020404" pitchFamily="49" charset="0"/>
              </a:rPr>
              <a:t>name_of_your_database</a:t>
            </a:r>
            <a:r>
              <a:rPr lang="en-US" b="1" dirty="0">
                <a:latin typeface="Courier New" panose="02070309020205020404" pitchFamily="49" charset="0"/>
                <a:cs typeface="Courier New" panose="02070309020205020404" pitchFamily="49" charset="0"/>
              </a:rPr>
              <a:t>)</a:t>
            </a:r>
          </a:p>
          <a:p>
            <a:pPr marL="0" indent="0">
              <a:buNone/>
            </a:pPr>
            <a:r>
              <a:rPr lang="en-US" b="1" dirty="0" err="1">
                <a:latin typeface="Courier New" panose="02070309020205020404" pitchFamily="49" charset="0"/>
                <a:cs typeface="Courier New" panose="02070309020205020404" pitchFamily="49" charset="0"/>
              </a:rPr>
              <a:t>db.execute</a:t>
            </a:r>
            <a:r>
              <a:rPr lang="en-US" b="1" dirty="0">
                <a:latin typeface="Courier New" panose="02070309020205020404" pitchFamily="49" charset="0"/>
                <a:cs typeface="Courier New" panose="02070309020205020404" pitchFamily="49" charset="0"/>
              </a:rPr>
              <a:t>("PRAGMA </a:t>
            </a:r>
            <a:r>
              <a:rPr lang="en-US" b="1" dirty="0" err="1">
                <a:latin typeface="Courier New" panose="02070309020205020404" pitchFamily="49" charset="0"/>
                <a:cs typeface="Courier New" panose="02070309020205020404" pitchFamily="49" charset="0"/>
              </a:rPr>
              <a:t>foreign_keys</a:t>
            </a:r>
            <a:r>
              <a:rPr lang="en-US" b="1" dirty="0">
                <a:latin typeface="Courier New" panose="02070309020205020404" pitchFamily="49" charset="0"/>
                <a:cs typeface="Courier New" panose="02070309020205020404" pitchFamily="49" charset="0"/>
              </a:rPr>
              <a:t>=on")</a:t>
            </a:r>
          </a:p>
          <a:p>
            <a:pPr marL="0" indent="0">
              <a:buNone/>
            </a:pPr>
            <a:r>
              <a:rPr lang="en-US" b="1" dirty="0">
                <a:latin typeface="Courier New" panose="02070309020205020404" pitchFamily="49" charset="0"/>
                <a:cs typeface="Courier New" panose="02070309020205020404" pitchFamily="49" charset="0"/>
              </a:rPr>
              <a:t>cursor = </a:t>
            </a:r>
            <a:r>
              <a:rPr lang="en-US" b="1" dirty="0" err="1">
                <a:latin typeface="Courier New" panose="02070309020205020404" pitchFamily="49" charset="0"/>
                <a:cs typeface="Courier New" panose="02070309020205020404" pitchFamily="49" charset="0"/>
              </a:rPr>
              <a:t>db.cursor</a:t>
            </a:r>
            <a:r>
              <a:rPr lang="en-US" b="1" dirty="0">
                <a:latin typeface="Courier New" panose="02070309020205020404" pitchFamily="49" charset="0"/>
                <a:cs typeface="Courier New" panose="02070309020205020404" pitchFamily="49" charset="0"/>
              </a:rPr>
              <a:t>()</a:t>
            </a:r>
          </a:p>
          <a:p>
            <a:pPr marL="0" indent="0">
              <a:buNone/>
            </a:pPr>
            <a:endParaRPr lang="en-US" b="1" dirty="0">
              <a:latin typeface="Courier New" panose="02070309020205020404" pitchFamily="49" charset="0"/>
              <a:cs typeface="Courier New" panose="02070309020205020404" pitchFamily="49" charset="0"/>
            </a:endParaRPr>
          </a:p>
          <a:p>
            <a:pPr marL="0" indent="0">
              <a:buNone/>
            </a:pPr>
            <a:r>
              <a:rPr lang="en-US" i="1" dirty="0">
                <a:solidFill>
                  <a:schemeClr val="accent6">
                    <a:lumMod val="50000"/>
                  </a:schemeClr>
                </a:solidFill>
                <a:latin typeface="Gill Sans MT" panose="020B0502020104020203" pitchFamily="34" charset="0"/>
              </a:rPr>
              <a:t>#code of your application where you work with the database</a:t>
            </a:r>
          </a:p>
          <a:p>
            <a:pPr marL="0" indent="0">
              <a:buNone/>
            </a:pPr>
            <a:r>
              <a:rPr lang="en-US" b="1" dirty="0" err="1">
                <a:latin typeface="Courier New" panose="02070309020205020404" pitchFamily="49" charset="0"/>
                <a:cs typeface="Courier New" panose="02070309020205020404" pitchFamily="49" charset="0"/>
              </a:rPr>
              <a:t>db.close</a:t>
            </a:r>
            <a:r>
              <a:rPr lang="en-US" b="1" dirty="0">
                <a:latin typeface="Courier New" panose="02070309020205020404" pitchFamily="49" charset="0"/>
                <a:cs typeface="Courier New" panose="02070309020205020404" pitchFamily="49" charset="0"/>
              </a:rPr>
              <a:t>() </a:t>
            </a:r>
            <a:r>
              <a:rPr lang="en-US" i="1" dirty="0">
                <a:solidFill>
                  <a:schemeClr val="accent6">
                    <a:lumMod val="50000"/>
                  </a:schemeClr>
                </a:solidFill>
                <a:latin typeface="Gill Sans MT" panose="020B0502020104020203" pitchFamily="34" charset="0"/>
              </a:rPr>
              <a:t>#closing the connection</a:t>
            </a:r>
            <a:endParaRPr lang="en-US" i="1" dirty="0">
              <a:solidFill>
                <a:schemeClr val="accent6">
                  <a:lumMod val="50000"/>
                </a:schemeClr>
              </a:solidFill>
              <a:latin typeface="Gill Sans MT" panose="020B0502020104020203" pitchFamily="34" charset="0"/>
            </a:endParaRPr>
          </a:p>
        </p:txBody>
      </p:sp>
    </p:spTree>
    <p:extLst>
      <p:ext uri="{BB962C8B-B14F-4D97-AF65-F5344CB8AC3E}">
        <p14:creationId xmlns:p14="http://schemas.microsoft.com/office/powerpoint/2010/main" val="20846965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31"/>
          <p:cNvSpPr txBox="1">
            <a:spLocks noGrp="1"/>
          </p:cNvSpPr>
          <p:nvPr>
            <p:ph type="title"/>
          </p:nvPr>
        </p:nvSpPr>
        <p:spPr>
          <a:xfrm>
            <a:off x="1409479" y="1174335"/>
            <a:ext cx="6217800" cy="112575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smtClean="0"/>
              <a:t>Let’s Code !</a:t>
            </a:r>
            <a:endParaRPr sz="7200" dirty="0"/>
          </a:p>
        </p:txBody>
      </p:sp>
      <p:grpSp>
        <p:nvGrpSpPr>
          <p:cNvPr id="1507" name="Google Shape;1507;p31"/>
          <p:cNvGrpSpPr/>
          <p:nvPr/>
        </p:nvGrpSpPr>
        <p:grpSpPr>
          <a:xfrm rot="6922716">
            <a:off x="7561124" y="746898"/>
            <a:ext cx="435969" cy="322677"/>
            <a:chOff x="8529533" y="681525"/>
            <a:chExt cx="435967" cy="322675"/>
          </a:xfrm>
        </p:grpSpPr>
        <p:sp>
          <p:nvSpPr>
            <p:cNvPr id="1508" name="Google Shape;1508;p31"/>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9" name="Google Shape;1509;p31"/>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0" name="Google Shape;1510;p31"/>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11" name="Google Shape;1511;p31"/>
          <p:cNvGrpSpPr/>
          <p:nvPr/>
        </p:nvGrpSpPr>
        <p:grpSpPr>
          <a:xfrm>
            <a:off x="970225" y="3797250"/>
            <a:ext cx="406275" cy="563575"/>
            <a:chOff x="140150" y="4340075"/>
            <a:chExt cx="406275" cy="563575"/>
          </a:xfrm>
        </p:grpSpPr>
        <p:sp>
          <p:nvSpPr>
            <p:cNvPr id="1512" name="Google Shape;1512;p31"/>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3" name="Google Shape;1513;p31"/>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4" name="Google Shape;1514;p31"/>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5" name="Google Shape;1515;p31"/>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6" name="Google Shape;8823;p65"/>
          <p:cNvGrpSpPr/>
          <p:nvPr/>
        </p:nvGrpSpPr>
        <p:grpSpPr>
          <a:xfrm>
            <a:off x="3761420" y="2548012"/>
            <a:ext cx="1859091" cy="1706438"/>
            <a:chOff x="-1183550" y="3586525"/>
            <a:chExt cx="296175" cy="290550"/>
          </a:xfrm>
          <a:solidFill>
            <a:schemeClr val="accent2">
              <a:lumMod val="50000"/>
            </a:schemeClr>
          </a:solidFill>
        </p:grpSpPr>
        <p:sp>
          <p:nvSpPr>
            <p:cNvPr id="17" name="Google Shape;8824;p65"/>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825;p65"/>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826;p65"/>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827;p65"/>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8828;p65"/>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829;p65"/>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830;p65"/>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8831;p65"/>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832;p65"/>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Exercise</a:t>
            </a:r>
            <a:endParaRPr dirty="0"/>
          </a:p>
        </p:txBody>
      </p:sp>
      <p:sp>
        <p:nvSpPr>
          <p:cNvPr id="6" name="Rectangle 5"/>
          <p:cNvSpPr/>
          <p:nvPr/>
        </p:nvSpPr>
        <p:spPr>
          <a:xfrm>
            <a:off x="877152" y="1017725"/>
            <a:ext cx="7546848" cy="3785652"/>
          </a:xfrm>
          <a:prstGeom prst="rect">
            <a:avLst/>
          </a:prstGeom>
        </p:spPr>
        <p:txBody>
          <a:bodyPr wrap="square">
            <a:spAutoFit/>
          </a:bodyPr>
          <a:lstStyle/>
          <a:p>
            <a:pPr marL="342900" indent="-342900" algn="just">
              <a:buFont typeface="Wingdings" panose="05000000000000000000" pitchFamily="2" charset="2"/>
              <a:buChar char="§"/>
            </a:pPr>
            <a:r>
              <a:rPr lang="en-US" sz="2000" dirty="0">
                <a:solidFill>
                  <a:schemeClr val="tx2">
                    <a:lumMod val="75000"/>
                  </a:schemeClr>
                </a:solidFill>
                <a:latin typeface="Gill Sans MT" panose="020B0502020104020203" pitchFamily="34" charset="0"/>
              </a:rPr>
              <a:t>Create</a:t>
            </a:r>
            <a:r>
              <a:rPr lang="en-US" sz="2000" dirty="0">
                <a:latin typeface="Gill Sans MT" panose="020B0502020104020203" pitchFamily="34" charset="0"/>
              </a:rPr>
              <a:t> a database students made of </a:t>
            </a:r>
            <a:r>
              <a:rPr lang="en-US" sz="2000" dirty="0">
                <a:solidFill>
                  <a:schemeClr val="tx2">
                    <a:lumMod val="75000"/>
                  </a:schemeClr>
                </a:solidFill>
                <a:latin typeface="Gill Sans MT" panose="020B0502020104020203" pitchFamily="34" charset="0"/>
              </a:rPr>
              <a:t>3</a:t>
            </a:r>
            <a:r>
              <a:rPr lang="en-US" sz="2000" dirty="0">
                <a:latin typeface="Gill Sans MT" panose="020B0502020104020203" pitchFamily="34" charset="0"/>
              </a:rPr>
              <a:t> tables: student, registered courses, and grades tables</a:t>
            </a:r>
          </a:p>
          <a:p>
            <a:pPr marL="342900" indent="-342900" algn="just">
              <a:buFont typeface="Wingdings" panose="05000000000000000000" pitchFamily="2" charset="2"/>
              <a:buChar char="§"/>
            </a:pPr>
            <a:r>
              <a:rPr lang="en-US" sz="2000" dirty="0">
                <a:latin typeface="Gill Sans MT" panose="020B0502020104020203" pitchFamily="34" charset="0"/>
              </a:rPr>
              <a:t>The </a:t>
            </a:r>
            <a:r>
              <a:rPr lang="en-US" sz="2000" i="1" dirty="0">
                <a:latin typeface="Gill Sans MT" panose="020B0502020104020203" pitchFamily="34" charset="0"/>
              </a:rPr>
              <a:t>student</a:t>
            </a:r>
            <a:r>
              <a:rPr lang="en-US" sz="2000" dirty="0">
                <a:latin typeface="Gill Sans MT" panose="020B0502020104020203" pitchFamily="34" charset="0"/>
              </a:rPr>
              <a:t> table should store a student’s ID which is </a:t>
            </a:r>
            <a:r>
              <a:rPr lang="en-US" sz="2000" dirty="0">
                <a:solidFill>
                  <a:schemeClr val="accent1">
                    <a:lumMod val="75000"/>
                  </a:schemeClr>
                </a:solidFill>
                <a:latin typeface="Gill Sans MT" panose="020B0502020104020203" pitchFamily="34" charset="0"/>
              </a:rPr>
              <a:t>unique</a:t>
            </a:r>
            <a:r>
              <a:rPr lang="en-US" sz="2000" dirty="0">
                <a:latin typeface="Gill Sans MT" panose="020B0502020104020203" pitchFamily="34" charset="0"/>
              </a:rPr>
              <a:t>, his name and his age.</a:t>
            </a:r>
          </a:p>
          <a:p>
            <a:pPr marL="342900" indent="-342900" algn="just">
              <a:buFont typeface="Wingdings" panose="05000000000000000000" pitchFamily="2" charset="2"/>
              <a:buChar char="§"/>
            </a:pPr>
            <a:r>
              <a:rPr lang="en-US" sz="2000" dirty="0">
                <a:latin typeface="Gill Sans MT" panose="020B0502020104020203" pitchFamily="34" charset="0"/>
              </a:rPr>
              <a:t>The </a:t>
            </a:r>
            <a:r>
              <a:rPr lang="en-US" sz="2000" i="1" dirty="0">
                <a:latin typeface="Gill Sans MT" panose="020B0502020104020203" pitchFamily="34" charset="0"/>
              </a:rPr>
              <a:t>registered courses</a:t>
            </a:r>
            <a:r>
              <a:rPr lang="en-US" sz="2000" dirty="0">
                <a:latin typeface="Gill Sans MT" panose="020B0502020104020203" pitchFamily="34" charset="0"/>
              </a:rPr>
              <a:t> table should store the ID of the student and the ID of the courses he is registered in</a:t>
            </a:r>
          </a:p>
          <a:p>
            <a:pPr marL="342900" indent="-342900" algn="just">
              <a:buFont typeface="Wingdings" panose="05000000000000000000" pitchFamily="2" charset="2"/>
              <a:buChar char="§"/>
            </a:pPr>
            <a:r>
              <a:rPr lang="en-US" sz="2000" dirty="0">
                <a:latin typeface="Gill Sans MT" panose="020B0502020104020203" pitchFamily="34" charset="0"/>
              </a:rPr>
              <a:t>The </a:t>
            </a:r>
            <a:r>
              <a:rPr lang="en-US" sz="2000" i="1" dirty="0">
                <a:latin typeface="Gill Sans MT" panose="020B0502020104020203" pitchFamily="34" charset="0"/>
              </a:rPr>
              <a:t>grades</a:t>
            </a:r>
            <a:r>
              <a:rPr lang="en-US" sz="2000" dirty="0">
                <a:latin typeface="Gill Sans MT" panose="020B0502020104020203" pitchFamily="34" charset="0"/>
              </a:rPr>
              <a:t> table should store the grades of students in courses they have completed. The table should contain the ID of the student, the ID of the course, and the received grade.</a:t>
            </a:r>
          </a:p>
          <a:p>
            <a:pPr marL="342900" indent="-342900" algn="just">
              <a:buFont typeface="Wingdings" panose="05000000000000000000" pitchFamily="2" charset="2"/>
              <a:buChar char="§"/>
            </a:pPr>
            <a:r>
              <a:rPr lang="en-US" sz="2000" dirty="0">
                <a:latin typeface="Gill Sans MT" panose="020B0502020104020203" pitchFamily="34" charset="0"/>
              </a:rPr>
              <a:t>Get the </a:t>
            </a:r>
            <a:r>
              <a:rPr lang="en-US" sz="2000" dirty="0">
                <a:solidFill>
                  <a:schemeClr val="accent3">
                    <a:lumMod val="75000"/>
                  </a:schemeClr>
                </a:solidFill>
                <a:latin typeface="Gill Sans MT" panose="020B0502020104020203" pitchFamily="34" charset="0"/>
              </a:rPr>
              <a:t>maximum</a:t>
            </a:r>
            <a:r>
              <a:rPr lang="en-US" sz="2000" dirty="0">
                <a:latin typeface="Gill Sans MT" panose="020B0502020104020203" pitchFamily="34" charset="0"/>
              </a:rPr>
              <a:t> grade a student has obtained along with the corresponding course, his ID.</a:t>
            </a:r>
          </a:p>
          <a:p>
            <a:pPr marL="342900" indent="-342900" algn="just">
              <a:buFont typeface="Wingdings" panose="05000000000000000000" pitchFamily="2" charset="2"/>
              <a:buChar char="§"/>
            </a:pPr>
            <a:r>
              <a:rPr lang="en-US" sz="2000" dirty="0">
                <a:latin typeface="Gill Sans MT" panose="020B0502020104020203" pitchFamily="34" charset="0"/>
              </a:rPr>
              <a:t>Get the </a:t>
            </a:r>
            <a:r>
              <a:rPr lang="en-US" sz="2000" dirty="0">
                <a:solidFill>
                  <a:schemeClr val="accent2">
                    <a:lumMod val="75000"/>
                  </a:schemeClr>
                </a:solidFill>
                <a:latin typeface="Gill Sans MT" panose="020B0502020104020203" pitchFamily="34" charset="0"/>
              </a:rPr>
              <a:t>average</a:t>
            </a:r>
            <a:r>
              <a:rPr lang="en-US" sz="2000" dirty="0">
                <a:latin typeface="Gill Sans MT" panose="020B0502020104020203" pitchFamily="34" charset="0"/>
              </a:rPr>
              <a:t> grade of a student.</a:t>
            </a:r>
            <a:endParaRPr lang="en-US" sz="2000" dirty="0">
              <a:latin typeface="Gill Sans MT" panose="020B0502020104020203"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2019</Words>
  <Application>Microsoft Office PowerPoint</Application>
  <PresentationFormat>On-screen Show (16:9)</PresentationFormat>
  <Paragraphs>452</Paragraphs>
  <Slides>24</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Anaheim</vt:lpstr>
      <vt:lpstr>Lato</vt:lpstr>
      <vt:lpstr>Wingdings</vt:lpstr>
      <vt:lpstr>Mulish</vt:lpstr>
      <vt:lpstr>Gill Sans MT</vt:lpstr>
      <vt:lpstr>DM Sans</vt:lpstr>
      <vt:lpstr>Albert Sans</vt:lpstr>
      <vt:lpstr>Courier New</vt:lpstr>
      <vt:lpstr>Nunito Light</vt:lpstr>
      <vt:lpstr>Arial</vt:lpstr>
      <vt:lpstr>Discrete Mathematics: Graph Theory and Networks - 12th Grade by Slidesgo</vt:lpstr>
      <vt:lpstr>SQLite Tutorial 3</vt:lpstr>
      <vt:lpstr>What is Database?</vt:lpstr>
      <vt:lpstr>What is Database?</vt:lpstr>
      <vt:lpstr>What is Database?</vt:lpstr>
      <vt:lpstr>Excel is not a database ! It is a SPREADSHEET</vt:lpstr>
      <vt:lpstr>Examples of Database Systems</vt:lpstr>
      <vt:lpstr>Examples of Database Systems</vt:lpstr>
      <vt:lpstr>SQLite3</vt:lpstr>
      <vt:lpstr>Code example</vt:lpstr>
      <vt:lpstr>Operations</vt:lpstr>
      <vt:lpstr>CREATE TABLE</vt:lpstr>
      <vt:lpstr>INSERT</vt:lpstr>
      <vt:lpstr>SELECT</vt:lpstr>
      <vt:lpstr>SELECT</vt:lpstr>
      <vt:lpstr>SELECT (Examples)</vt:lpstr>
      <vt:lpstr>SELECT (Visual Example)</vt:lpstr>
      <vt:lpstr>SELECT (more details)</vt:lpstr>
      <vt:lpstr>UPDATE</vt:lpstr>
      <vt:lpstr>DELETE</vt:lpstr>
      <vt:lpstr>Primary and Foreign keys</vt:lpstr>
      <vt:lpstr>Primary and Foreign keys</vt:lpstr>
      <vt:lpstr>Primary and Foreign keys</vt:lpstr>
      <vt:lpstr>Let’s Code !</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SQLite Tutorial 3</dc:title>
  <cp:lastModifiedBy>Maher Fattouh</cp:lastModifiedBy>
  <cp:revision>24</cp:revision>
  <dcterms:modified xsi:type="dcterms:W3CDTF">2026-01-19T12:56:48Z</dcterms:modified>
</cp:coreProperties>
</file>